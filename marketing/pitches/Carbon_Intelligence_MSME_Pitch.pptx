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E7D32"/>
                </a:solidFill>
              </a:defRPr>
            </a:pPr>
            <a:r>
              <a:t>Carbon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Transform Your Business with Smart Sustainability</a:t>
            </a:r>
          </a:p>
          <a:p/>
          <a:p>
            <a:r>
              <a:t>Reduce Costs • Increase Profits • Build Competitive Advantage</a:t>
            </a:r>
          </a:p>
          <a:p/>
          <a:p>
            <a:r>
              <a:t>For Micro, Small &amp; Medium Enterprises</a:t>
            </a:r>
          </a:p>
          <a:p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Carbon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DESIGNED SPECIFICALLY FOR MSMEs</a:t>
            </a:r>
          </a:p>
          <a:p/>
          <a:p>
            <a:r>
              <a:t>The Problem:</a:t>
            </a:r>
          </a:p>
          <a:p>
            <a:r>
              <a:t>• High energy and resource costs eating into profits</a:t>
            </a:r>
          </a:p>
          <a:p>
            <a:r>
              <a:t>• Complex sustainability requirements and regulations</a:t>
            </a:r>
          </a:p>
          <a:p>
            <a:r>
              <a:t>• Expensive consultants and manual processes</a:t>
            </a:r>
          </a:p>
          <a:p>
            <a:r>
              <a:t>• No clear visibility into environmental impact</a:t>
            </a:r>
          </a:p>
          <a:p>
            <a:r>
              <a:t>• Difficulty accessing green finance and incentives</a:t>
            </a:r>
          </a:p>
          <a:p/>
          <a:p>
            <a:r>
              <a:t>Our Solution:</a:t>
            </a:r>
          </a:p>
          <a:p>
            <a:r>
              <a:t>✅ AI-powered carbon tracking and analysis</a:t>
            </a:r>
          </a:p>
          <a:p>
            <a:r>
              <a:t>✅ Real-time cost optimization insights</a:t>
            </a:r>
          </a:p>
          <a:p>
            <a:r>
              <a:t>✅ Automated ESG compliance reporting</a:t>
            </a:r>
          </a:p>
          <a:p>
            <a:r>
              <a:t>✅ Access to green finance and incentives</a:t>
            </a:r>
          </a:p>
          <a:p>
            <a:r>
              <a:t>✅ Mobile app for easy management</a:t>
            </a:r>
          </a:p>
          <a:p/>
          <a:p>
            <a:r>
              <a:t>BENEFITS FOR YOUR BUSINESS:</a:t>
            </a:r>
          </a:p>
          <a:p>
            <a:r>
              <a:t>💰 Save 15-30% on operational costs</a:t>
            </a:r>
          </a:p>
          <a:p>
            <a:r>
              <a:t>📈 Increase profits through efficiency</a:t>
            </a:r>
          </a:p>
          <a:p>
            <a:r>
              <a:t>🏆 Build competitive advantage</a:t>
            </a:r>
          </a:p>
          <a:p>
            <a:r>
              <a:t>🌱 Meet sustainability goals</a:t>
            </a:r>
          </a:p>
          <a:p>
            <a:r>
              <a:t>📊 Access to green finance</a:t>
            </a:r>
          </a:p>
          <a:p>
            <a:r>
              <a:t>⚡ Easy-to-use mobile and web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Carbon Intelligence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🔧 COMPREHENSIVE SUSTAINABILITY MANAGEMENT</a:t>
            </a:r>
          </a:p>
          <a:p/>
          <a:p>
            <a:r>
              <a:t>Smart Carbon Tracking:</a:t>
            </a:r>
          </a:p>
          <a:p>
            <a:r>
              <a:t>• Automatically track CO₂ emissions from all business activities</a:t>
            </a:r>
          </a:p>
          <a:p>
            <a:r>
              <a:t>• Analyze SMS and email transactions for carbon insights</a:t>
            </a:r>
          </a:p>
          <a:p>
            <a:r>
              <a:t>• Monitor energy, water, waste, transportation, and materials</a:t>
            </a:r>
          </a:p>
          <a:p>
            <a:r>
              <a:t>• Real-time dashboard with sustainability score (0-100)</a:t>
            </a:r>
          </a:p>
          <a:p/>
          <a:p>
            <a:r>
              <a:t>Cost Optimization:</a:t>
            </a:r>
          </a:p>
          <a:p>
            <a:r>
              <a:t>• Identify wasteful spending and inefficiencies</a:t>
            </a:r>
          </a:p>
          <a:p>
            <a:r>
              <a:t>• Get personalized recommendations for cost savings</a:t>
            </a:r>
          </a:p>
          <a:p>
            <a:r>
              <a:t>• Track ROI on sustainability investments</a:t>
            </a:r>
          </a:p>
          <a:p>
            <a:r>
              <a:t>• Monitor resource consumption patterns</a:t>
            </a:r>
          </a:p>
          <a:p/>
          <a:p>
            <a:r>
              <a:t>ESG Compliance:</a:t>
            </a:r>
          </a:p>
          <a:p>
            <a:r>
              <a:t>• Generate professional sustainability reports</a:t>
            </a:r>
          </a:p>
          <a:p>
            <a:r>
              <a:t>• Meet BRSR and regulatory requirements</a:t>
            </a:r>
          </a:p>
          <a:p>
            <a:r>
              <a:t>• Industry benchmarking and comparison</a:t>
            </a:r>
          </a:p>
          <a:p>
            <a:r>
              <a:t>• Automated compliance tracking</a:t>
            </a:r>
          </a:p>
          <a:p/>
          <a:p>
            <a:r>
              <a:t>Green Finance Access:</a:t>
            </a:r>
          </a:p>
          <a:p>
            <a:r>
              <a:t>• Connect with banks offering green loans</a:t>
            </a:r>
          </a:p>
          <a:p>
            <a:r>
              <a:t>• Access carbon credit trading</a:t>
            </a:r>
          </a:p>
          <a:p>
            <a:r>
              <a:t>• Qualify for government incentives</a:t>
            </a:r>
          </a:p>
          <a:p>
            <a:r>
              <a:t>• Reduce interest rates through sustainability</a:t>
            </a:r>
          </a:p>
          <a:p/>
          <a:p>
            <a:r>
              <a:t>Mobile &amp; Web Platform:</a:t>
            </a:r>
          </a:p>
          <a:p>
            <a:r>
              <a:t>• Easy-to-use interface</a:t>
            </a:r>
          </a:p>
          <a:p>
            <a:r>
              <a:t>• Real-time data and insights</a:t>
            </a:r>
          </a:p>
          <a:p>
            <a:r>
              <a:t>• Offline functionality</a:t>
            </a:r>
          </a:p>
          <a:p>
            <a:r>
              <a:t>• Professional reporting</a:t>
            </a:r>
          </a:p>
          <a:p>
            <a:r>
              <a:t>• 24/7 access to your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📱 MOBILE &amp; WEB PLATFORM</a:t>
            </a:r>
          </a:p>
          <a:p/>
          <a:p>
            <a:r>
              <a:t>Dashboard:</a:t>
            </a:r>
          </a:p>
          <a:p>
            <a:r>
              <a:t>• Real-time sustainability score</a:t>
            </a:r>
          </a:p>
          <a:p>
            <a:r>
              <a:t>• Monthly cost and emission tracking</a:t>
            </a:r>
          </a:p>
          <a:p>
            <a:r>
              <a:t>• Quick insights and recommendations</a:t>
            </a:r>
          </a:p>
          <a:p>
            <a:r>
              <a:t>• Recent activity and trends</a:t>
            </a:r>
          </a:p>
          <a:p/>
          <a:p>
            <a:r>
              <a:t>Carbon Footprint Analysis:</a:t>
            </a:r>
          </a:p>
          <a:p>
            <a:r>
              <a:t>• Detailed emission breakdown by category</a:t>
            </a:r>
          </a:p>
          <a:p>
            <a:r>
              <a:t>• Historical trends and comparisons</a:t>
            </a:r>
          </a:p>
          <a:p>
            <a:r>
              <a:t>• Industry benchmarking</a:t>
            </a:r>
          </a:p>
          <a:p>
            <a:r>
              <a:t>• Predictive analytics</a:t>
            </a:r>
          </a:p>
          <a:p/>
          <a:p>
            <a:r>
              <a:t>Smart Analytics:</a:t>
            </a:r>
          </a:p>
          <a:p>
            <a:r>
              <a:t>• AI-powered insights and recommendations</a:t>
            </a:r>
          </a:p>
          <a:p>
            <a:r>
              <a:t>• Cost optimization suggestions</a:t>
            </a:r>
          </a:p>
          <a:p>
            <a:r>
              <a:t>• Performance tracking</a:t>
            </a:r>
          </a:p>
          <a:p>
            <a:r>
              <a:t>• Goal setting and monitoring</a:t>
            </a:r>
          </a:p>
          <a:p/>
          <a:p>
            <a:r>
              <a:t>Transaction Management:</a:t>
            </a:r>
          </a:p>
          <a:p>
            <a:r>
              <a:t>• Automatic SMS and email analysis</a:t>
            </a:r>
          </a:p>
          <a:p>
            <a:r>
              <a:t>• Manual transaction entry</a:t>
            </a:r>
          </a:p>
          <a:p>
            <a:r>
              <a:t>• Category-wise tracking</a:t>
            </a:r>
          </a:p>
          <a:p>
            <a:r>
              <a:t>• Export and reporting</a:t>
            </a:r>
          </a:p>
          <a:p/>
          <a:p>
            <a:r>
              <a:t>Carbon Trading:</a:t>
            </a:r>
          </a:p>
          <a:p>
            <a:r>
              <a:t>• Buy and sell carbon credits</a:t>
            </a:r>
          </a:p>
          <a:p>
            <a:r>
              <a:t>• Offset your emissions</a:t>
            </a:r>
          </a:p>
          <a:p>
            <a:r>
              <a:t>• Track your carbon portfolio</a:t>
            </a:r>
          </a:p>
          <a:p>
            <a:r>
              <a:t>• Access verified projects</a:t>
            </a:r>
          </a:p>
          <a:p/>
          <a:p>
            <a:r>
              <a:t>Incentives &amp; Rewards:</a:t>
            </a:r>
          </a:p>
          <a:p>
            <a:r>
              <a:t>• Earn points for sustainable actions</a:t>
            </a:r>
          </a:p>
          <a:p>
            <a:r>
              <a:t>• Redeem rewards and certificates</a:t>
            </a:r>
          </a:p>
          <a:p>
            <a:r>
              <a:t>• Achievement tracking</a:t>
            </a:r>
          </a:p>
          <a:p>
            <a:r>
              <a:t>• Gamification elements</a:t>
            </a:r>
          </a:p>
          <a:p/>
          <a:p>
            <a:r>
              <a:t>Professional Reporting:</a:t>
            </a:r>
          </a:p>
          <a:p>
            <a:r>
              <a:t>• ESG compliance reports</a:t>
            </a:r>
          </a:p>
          <a:p>
            <a:r>
              <a:t>• Sustainability certificates</a:t>
            </a:r>
          </a:p>
          <a:p>
            <a:r>
              <a:t>• Industry comparisons</a:t>
            </a:r>
          </a:p>
          <a:p>
            <a:r>
              <a:t>• Export to PDF/Excel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Much Can You Save?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💰 PROVEN COST SAVINGS</a:t>
            </a:r>
          </a:p>
          <a:p/>
          <a:p>
            <a:r>
              <a:t>Average Savings per MSME:</a:t>
            </a:r>
          </a:p>
          <a:p>
            <a:r>
              <a:t>• Energy Costs: 20-30% reduction (₹50,000-₹2,00,000 annually)</a:t>
            </a:r>
          </a:p>
          <a:p>
            <a:r>
              <a:t>• Water Usage: 15-25% reduction (₹25,000-₹1,00,000 annually)</a:t>
            </a:r>
          </a:p>
          <a:p>
            <a:r>
              <a:t>• Waste Management: 30-40% reduction (₹15,000-₹75,000 annually)</a:t>
            </a:r>
          </a:p>
          <a:p>
            <a:r>
              <a:t>• Transportation: 10-20% reduction (₹20,000-₹1,00,000 annually)</a:t>
            </a:r>
          </a:p>
          <a:p>
            <a:r>
              <a:t>• Materials: 15-25% reduction (₹30,000-₹1,50,000 annually)</a:t>
            </a:r>
          </a:p>
          <a:p/>
          <a:p>
            <a:r>
              <a:t>Total Annual Savings: ₹1,40,000 - ₹6,25,000 per MSME</a:t>
            </a:r>
          </a:p>
          <a:p/>
          <a:p>
            <a:r>
              <a:t>REAL CUSTOMER EXAMPLES:</a:t>
            </a:r>
          </a:p>
          <a:p/>
          <a:p>
            <a:r>
              <a:t>Manufacturing MSME (50 employees):</a:t>
            </a:r>
          </a:p>
          <a:p>
            <a:r>
              <a:t>• Energy savings: ₹1,80,000/year</a:t>
            </a:r>
          </a:p>
          <a:p>
            <a:r>
              <a:t>• Water savings: ₹75,000/year</a:t>
            </a:r>
          </a:p>
          <a:p>
            <a:r>
              <a:t>• Waste reduction: ₹45,000/year</a:t>
            </a:r>
          </a:p>
          <a:p>
            <a:r>
              <a:t>• Total savings: ₹3,00,000/year</a:t>
            </a:r>
          </a:p>
          <a:p/>
          <a:p>
            <a:r>
              <a:t>Textile MSME (30 employees):</a:t>
            </a:r>
          </a:p>
          <a:p>
            <a:r>
              <a:t>• Energy savings: ₹1,20,000/year</a:t>
            </a:r>
          </a:p>
          <a:p>
            <a:r>
              <a:t>• Water savings: ₹60,000/year</a:t>
            </a:r>
          </a:p>
          <a:p>
            <a:r>
              <a:t>• Material optimization: ₹90,000/year</a:t>
            </a:r>
          </a:p>
          <a:p>
            <a:r>
              <a:t>• Total savings: ₹2,70,000/year</a:t>
            </a:r>
          </a:p>
          <a:p/>
          <a:p>
            <a:r>
              <a:t>Food Processing MSME (25 employees):</a:t>
            </a:r>
          </a:p>
          <a:p>
            <a:r>
              <a:t>• Energy savings: ₹95,000/year</a:t>
            </a:r>
          </a:p>
          <a:p>
            <a:r>
              <a:t>• Water savings: ₹40,000/year</a:t>
            </a:r>
          </a:p>
          <a:p>
            <a:r>
              <a:t>• Waste reduction: ₹35,000/year</a:t>
            </a:r>
          </a:p>
          <a:p>
            <a:r>
              <a:t>• Total savings: ₹1,70,000/year</a:t>
            </a:r>
          </a:p>
          <a:p/>
          <a:p>
            <a:r>
              <a:t>ROI: 300-500% return on investment within first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to Green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🏦 GREEN FINANCE OPPORTUNITIES</a:t>
            </a:r>
          </a:p>
          <a:p/>
          <a:p>
            <a:r>
              <a:t>Green Loans:</a:t>
            </a:r>
          </a:p>
          <a:p>
            <a:r>
              <a:t>• 1-2% lower interest rates</a:t>
            </a:r>
          </a:p>
          <a:p>
            <a:r>
              <a:t>• Faster loan approval process</a:t>
            </a:r>
          </a:p>
          <a:p>
            <a:r>
              <a:t>• Higher loan amounts available</a:t>
            </a:r>
          </a:p>
          <a:p>
            <a:r>
              <a:t>• Flexible repayment terms</a:t>
            </a:r>
          </a:p>
          <a:p>
            <a:r>
              <a:t>• Priority processing</a:t>
            </a:r>
          </a:p>
          <a:p/>
          <a:p>
            <a:r>
              <a:t>Government Incentives:</a:t>
            </a:r>
          </a:p>
          <a:p>
            <a:r>
              <a:t>• Energy efficiency grants (up to ₹5 lakh)</a:t>
            </a:r>
          </a:p>
          <a:p>
            <a:r>
              <a:t>• Solar panel subsidies (30-40% of cost)</a:t>
            </a:r>
          </a:p>
          <a:p>
            <a:r>
              <a:t>• Water conservation incentives</a:t>
            </a:r>
          </a:p>
          <a:p>
            <a:r>
              <a:t>• Waste management grants</a:t>
            </a:r>
          </a:p>
          <a:p>
            <a:r>
              <a:t>• Green certification benefits</a:t>
            </a:r>
          </a:p>
          <a:p/>
          <a:p>
            <a:r>
              <a:t>Carbon Credit Trading:</a:t>
            </a:r>
          </a:p>
          <a:p>
            <a:r>
              <a:t>• Earn money by reducing emissions</a:t>
            </a:r>
          </a:p>
          <a:p>
            <a:r>
              <a:t>• Sell carbon credits to other companies</a:t>
            </a:r>
          </a:p>
          <a:p>
            <a:r>
              <a:t>• Offset your remaining emissions</a:t>
            </a:r>
          </a:p>
          <a:p>
            <a:r>
              <a:t>• Additional revenue stream</a:t>
            </a:r>
          </a:p>
          <a:p>
            <a:r>
              <a:t>• Environmental impact monetization</a:t>
            </a:r>
          </a:p>
          <a:p/>
          <a:p>
            <a:r>
              <a:t>ESG Compliance Benefits:</a:t>
            </a:r>
          </a:p>
          <a:p>
            <a:r>
              <a:t>• Meet regulatory requirements</a:t>
            </a:r>
          </a:p>
          <a:p>
            <a:r>
              <a:t>• Avoid penalties and fines</a:t>
            </a:r>
          </a:p>
          <a:p>
            <a:r>
              <a:t>• Enhanced market reputation</a:t>
            </a:r>
          </a:p>
          <a:p>
            <a:r>
              <a:t>• Customer preference</a:t>
            </a:r>
          </a:p>
          <a:p>
            <a:r>
              <a:t>• Investor confidence</a:t>
            </a:r>
          </a:p>
          <a:p/>
          <a:p>
            <a:r>
              <a:t>Banking Partnerships:</a:t>
            </a:r>
          </a:p>
          <a:p>
            <a:r>
              <a:t>• Direct access to partner banks</a:t>
            </a:r>
          </a:p>
          <a:p>
            <a:r>
              <a:t>• Pre-approved green loan products</a:t>
            </a:r>
          </a:p>
          <a:p>
            <a:r>
              <a:t>• Dedicated relationship managers</a:t>
            </a:r>
          </a:p>
          <a:p>
            <a:r>
              <a:t>• Streamlined application process</a:t>
            </a:r>
          </a:p>
          <a:p>
            <a:r>
              <a:t>• Competitive interest rates</a:t>
            </a:r>
          </a:p>
          <a:p/>
          <a:p>
            <a:r>
              <a:t>SUCCESS STORY:</a:t>
            </a:r>
          </a:p>
          <a:p>
            <a:r>
              <a:t>"Through Carbon Intelligence, we got a green loan at 2% lower interest rate, saving ₹2.4 lakh annually on our ₹1.2 crore loan. The platform helped us qualify by tracking our sustainability improvements." - Rajesh Kumar, EcoTech Manufacturing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Easy Implementation &amp;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SIMPLE 3-STEP PROCESS</a:t>
            </a:r>
          </a:p>
          <a:p/>
          <a:p>
            <a:r>
              <a:t>Step 1: Quick Setup (1 day)</a:t>
            </a:r>
          </a:p>
          <a:p>
            <a:r>
              <a:t>• Download mobile app or access web platform</a:t>
            </a:r>
          </a:p>
          <a:p>
            <a:r>
              <a:t>• Create account with basic company information</a:t>
            </a:r>
          </a:p>
          <a:p>
            <a:r>
              <a:t>• Connect your business email and phone</a:t>
            </a:r>
          </a:p>
          <a:p>
            <a:r>
              <a:t>• Upload recent utility bills and invoices</a:t>
            </a:r>
          </a:p>
          <a:p/>
          <a:p>
            <a:r>
              <a:t>Step 2: Data Integration (1 week)</a:t>
            </a:r>
          </a:p>
          <a:p>
            <a:r>
              <a:t>• Our AI analyzes your historical data</a:t>
            </a:r>
          </a:p>
          <a:p>
            <a:r>
              <a:t>• Automatic categorization of expenses</a:t>
            </a:r>
          </a:p>
          <a:p>
            <a:r>
              <a:t>• Initial carbon footprint calculation</a:t>
            </a:r>
          </a:p>
          <a:p>
            <a:r>
              <a:t>• Personalized recommendations generated</a:t>
            </a:r>
          </a:p>
          <a:p/>
          <a:p>
            <a:r>
              <a:t>Step 3: Start Saving (Immediately)</a:t>
            </a:r>
          </a:p>
          <a:p>
            <a:r>
              <a:t>• Begin implementing recommendations</a:t>
            </a:r>
          </a:p>
          <a:p>
            <a:r>
              <a:t>• Track real-time savings and improvements</a:t>
            </a:r>
          </a:p>
          <a:p>
            <a:r>
              <a:t>• Access green finance opportunities</a:t>
            </a:r>
          </a:p>
          <a:p>
            <a:r>
              <a:t>• Generate professional reports</a:t>
            </a:r>
          </a:p>
          <a:p/>
          <a:p>
            <a:r>
              <a:t>ONBOARDING SUPPORT:</a:t>
            </a:r>
          </a:p>
          <a:p>
            <a:r>
              <a:t>✅ Free setup and training</a:t>
            </a:r>
          </a:p>
          <a:p>
            <a:r>
              <a:t>✅ Dedicated account manager</a:t>
            </a:r>
          </a:p>
          <a:p>
            <a:r>
              <a:t>✅ 24/7 customer support</a:t>
            </a:r>
          </a:p>
          <a:p>
            <a:r>
              <a:t>✅ Video tutorials and guides</a:t>
            </a:r>
          </a:p>
          <a:p>
            <a:r>
              <a:t>✅ Regular check-ins and optimization</a:t>
            </a:r>
          </a:p>
          <a:p/>
          <a:p>
            <a:r>
              <a:t>NO TECHNICAL EXPERTISE REQUIRED:</a:t>
            </a:r>
          </a:p>
          <a:p>
            <a:r>
              <a:t>• User-friendly interface</a:t>
            </a:r>
          </a:p>
          <a:p>
            <a:r>
              <a:t>• Mobile app for easy access</a:t>
            </a:r>
          </a:p>
          <a:p>
            <a:r>
              <a:t>• Automated data processing</a:t>
            </a:r>
          </a:p>
          <a:p>
            <a:r>
              <a:t>• Clear instructions and guidance</a:t>
            </a:r>
          </a:p>
          <a:p>
            <a:r>
              <a:t>• Ongoing support and training</a:t>
            </a:r>
          </a:p>
          <a:p/>
          <a:p>
            <a:r>
              <a:t>QUICK WINS (First 30 days):</a:t>
            </a:r>
          </a:p>
          <a:p>
            <a:r>
              <a:t>• 10-15% immediate cost savings</a:t>
            </a:r>
          </a:p>
          <a:p>
            <a:r>
              <a:t>• Clear visibility into spending</a:t>
            </a:r>
          </a:p>
          <a:p>
            <a:r>
              <a:t>• First sustainability report</a:t>
            </a:r>
          </a:p>
          <a:p>
            <a:r>
              <a:t>• Access to green finance options</a:t>
            </a:r>
          </a:p>
          <a:p>
            <a:r>
              <a:t>• Improved operational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Stories from MSMEs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REAL CUSTOMER RESULTS</a:t>
            </a:r>
          </a:p>
          <a:p/>
          <a:p>
            <a:r>
              <a:t>Case Study 1: EcoTech Manufacturing</a:t>
            </a:r>
          </a:p>
          <a:p>
            <a:r>
              <a:t>• Industry: Electronics manufacturing</a:t>
            </a:r>
          </a:p>
          <a:p>
            <a:r>
              <a:t>• Employees: 50</a:t>
            </a:r>
          </a:p>
          <a:p>
            <a:r>
              <a:t>• Results after 6 months:</a:t>
            </a:r>
          </a:p>
          <a:p>
            <a:r>
              <a:t>  - 30% reduction in energy costs (₹1,80,000 saved)</a:t>
            </a:r>
          </a:p>
          <a:p>
            <a:r>
              <a:t>  - 25% reduction in water usage (₹75,000 saved)</a:t>
            </a:r>
          </a:p>
          <a:p>
            <a:r>
              <a:t>  - 40% improvement in sustainability score</a:t>
            </a:r>
          </a:p>
          <a:p>
            <a:r>
              <a:t>  - Secured green loan at 2% lower interest rate</a:t>
            </a:r>
          </a:p>
          <a:p>
            <a:r>
              <a:t>  - Total annual savings: ₹3,00,000</a:t>
            </a:r>
          </a:p>
          <a:p/>
          <a:p>
            <a:r>
              <a:t>Case Study 2: GreenTextile Ltd</a:t>
            </a:r>
          </a:p>
          <a:p>
            <a:r>
              <a:t>• Industry: Textile manufacturing</a:t>
            </a:r>
          </a:p>
          <a:p>
            <a:r>
              <a:t>• Employees: 75</a:t>
            </a:r>
          </a:p>
          <a:p>
            <a:r>
              <a:t>• Results after 4 months:</a:t>
            </a:r>
          </a:p>
          <a:p>
            <a:r>
              <a:t>  - 35% reduction in energy consumption</a:t>
            </a:r>
          </a:p>
          <a:p>
            <a:r>
              <a:t>  - 20% reduction in water usage</a:t>
            </a:r>
          </a:p>
          <a:p>
            <a:r>
              <a:t>  - 30% reduction in waste generation</a:t>
            </a:r>
          </a:p>
          <a:p>
            <a:r>
              <a:t>  - Access to carbon credit trading</a:t>
            </a:r>
          </a:p>
          <a:p>
            <a:r>
              <a:t>  - Total annual savings: ₹2,70,000</a:t>
            </a:r>
          </a:p>
          <a:p/>
          <a:p>
            <a:r>
              <a:t>Case Study 3: FreshFoods Pvt Ltd</a:t>
            </a:r>
          </a:p>
          <a:p>
            <a:r>
              <a:t>• Industry: Food processing</a:t>
            </a:r>
          </a:p>
          <a:p>
            <a:r>
              <a:t>• Employees: 30</a:t>
            </a:r>
          </a:p>
          <a:p>
            <a:r>
              <a:t>• Results after 3 months:</a:t>
            </a:r>
          </a:p>
          <a:p>
            <a:r>
              <a:t>  - 25% reduction in energy costs</a:t>
            </a:r>
          </a:p>
          <a:p>
            <a:r>
              <a:t>  - 15% reduction in water usage</a:t>
            </a:r>
          </a:p>
          <a:p>
            <a:r>
              <a:t>  - 35% reduction in waste disposal costs</a:t>
            </a:r>
          </a:p>
          <a:p>
            <a:r>
              <a:t>  - Improved market reputation</a:t>
            </a:r>
          </a:p>
          <a:p>
            <a:r>
              <a:t>  - Total annual savings: ₹1,70,000</a:t>
            </a:r>
          </a:p>
          <a:p/>
          <a:p>
            <a:r>
              <a:t>CUSTOMER TESTIMONIALS:</a:t>
            </a:r>
          </a:p>
          <a:p>
            <a:r>
              <a:t>"Carbon Intelligence helped us reduce our operational costs by 30% in just 6 months. The platform is easy to use and the insights are invaluable." - Priya Sharma, GreenTextile Ltd</a:t>
            </a:r>
          </a:p>
          <a:p/>
          <a:p>
            <a:r>
              <a:t>"We saved ₹2.4 lakh annually on our loan interest rate by qualifying for a green loan through this platform." - Rajesh Kumar, EcoTech Manufacturing</a:t>
            </a:r>
          </a:p>
          <a:p/>
          <a:p>
            <a:r>
              <a:t>"The mobile app makes it so easy to track our sustainability progress. Our customers love that we're environmentally conscious." - Amit Patel, FreshFoods Pvt Ltd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Affordable Pricing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💳 FLEXIBLE PRICING OPTIONS</a:t>
            </a:r>
          </a:p>
          <a:p/>
          <a:p>
            <a:r>
              <a:t>STARTER PLAN - ₹2,999/month</a:t>
            </a:r>
          </a:p>
          <a:p>
            <a:r>
              <a:t>• Up to 25 employees</a:t>
            </a:r>
          </a:p>
          <a:p>
            <a:r>
              <a:t>• Basic carbon tracking</a:t>
            </a:r>
          </a:p>
          <a:p>
            <a:r>
              <a:t>• Monthly sustainability report</a:t>
            </a:r>
          </a:p>
          <a:p>
            <a:r>
              <a:t>• Mobile app access</a:t>
            </a:r>
          </a:p>
          <a:p>
            <a:r>
              <a:t>• Email support</a:t>
            </a:r>
          </a:p>
          <a:p>
            <a:r>
              <a:t>• Perfect for small businesses</a:t>
            </a:r>
          </a:p>
          <a:p/>
          <a:p>
            <a:r>
              <a:t>PROFESSIONAL PLAN - ₹4,999/month</a:t>
            </a:r>
          </a:p>
          <a:p>
            <a:r>
              <a:t>• Up to 100 employees</a:t>
            </a:r>
          </a:p>
          <a:p>
            <a:r>
              <a:t>• Advanced analytics</a:t>
            </a:r>
          </a:p>
          <a:p>
            <a:r>
              <a:t>• Quarterly sustainability reports</a:t>
            </a:r>
          </a:p>
          <a:p>
            <a:r>
              <a:t>• Carbon trading access</a:t>
            </a:r>
          </a:p>
          <a:p>
            <a:r>
              <a:t>• Priority support</a:t>
            </a:r>
          </a:p>
          <a:p>
            <a:r>
              <a:t>• API integration</a:t>
            </a:r>
          </a:p>
          <a:p>
            <a:r>
              <a:t>• Most popular choice</a:t>
            </a:r>
          </a:p>
          <a:p/>
          <a:p>
            <a:r>
              <a:t>ENTERPRISE PLAN - ₹7,999/month</a:t>
            </a:r>
          </a:p>
          <a:p>
            <a:r>
              <a:t>• Unlimited employees</a:t>
            </a:r>
          </a:p>
          <a:p>
            <a:r>
              <a:t>• Full platform features</a:t>
            </a:r>
          </a:p>
          <a:p>
            <a:r>
              <a:t>• Custom reporting</a:t>
            </a:r>
          </a:p>
          <a:p>
            <a:r>
              <a:t>• Dedicated account manager</a:t>
            </a:r>
          </a:p>
          <a:p>
            <a:r>
              <a:t>• White-label options</a:t>
            </a:r>
          </a:p>
          <a:p>
            <a:r>
              <a:t>• Advanced integrations</a:t>
            </a:r>
          </a:p>
          <a:p>
            <a:r>
              <a:t>• Perfect for growing businesses</a:t>
            </a:r>
          </a:p>
          <a:p/>
          <a:p>
            <a:r>
              <a:t>SPECIAL OFFERS:</a:t>
            </a:r>
          </a:p>
          <a:p>
            <a:r>
              <a:t>🎉 30-day free trial (no credit card required)</a:t>
            </a:r>
          </a:p>
          <a:p>
            <a:r>
              <a:t>🎉 20% discount for annual payment</a:t>
            </a:r>
          </a:p>
          <a:p>
            <a:r>
              <a:t>🎉 First 3 months at 50% off</a:t>
            </a:r>
          </a:p>
          <a:p>
            <a:r>
              <a:t>🎉 Free setup and training</a:t>
            </a:r>
          </a:p>
          <a:p>
            <a:r>
              <a:t>🎉 No long-term contracts</a:t>
            </a:r>
          </a:p>
          <a:p/>
          <a:p>
            <a:r>
              <a:t>ADDITIONAL SERVICES:</a:t>
            </a:r>
          </a:p>
          <a:p>
            <a:r>
              <a:t>• Sustainability consulting: ₹25,000-₹1,00,000</a:t>
            </a:r>
          </a:p>
          <a:p>
            <a:r>
              <a:t>• ESG report generation: ₹15,000-₹50,000</a:t>
            </a:r>
          </a:p>
          <a:p>
            <a:r>
              <a:t>• Carbon credit trading: 2-5% commission</a:t>
            </a:r>
          </a:p>
          <a:p>
            <a:r>
              <a:t>• Green loan facilitation: No additional cost</a:t>
            </a:r>
          </a:p>
          <a:p>
            <a:r>
              <a:t>• Training and workshops: ₹10,000-₹25,000</a:t>
            </a:r>
          </a:p>
          <a:p/>
          <a:p>
            <a:r>
              <a:t>MONEY-BACK GUARANTEE:</a:t>
            </a:r>
          </a:p>
          <a:p>
            <a:r>
              <a:t>If you don't save at least 3x your subscription cost in the first year, we'll refund your money. No questions asked.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Start Your Sustainability Journey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⏰ URGENT BUSINESS IMPERATIVES</a:t>
            </a:r>
          </a:p>
          <a:p/>
          <a:p>
            <a:r>
              <a:t>Regulatory Pressure:</a:t>
            </a:r>
          </a:p>
          <a:p>
            <a:r>
              <a:t>• BRSR compliance mandatory for large companies</a:t>
            </a:r>
          </a:p>
          <a:p>
            <a:r>
              <a:t>• ESG reporting requirements increasing</a:t>
            </a:r>
          </a:p>
          <a:p>
            <a:r>
              <a:t>• Carbon credit trading scheme launched</a:t>
            </a:r>
          </a:p>
          <a:p>
            <a:r>
              <a:t>• Government incentives available now</a:t>
            </a:r>
          </a:p>
          <a:p>
            <a:r>
              <a:t>• Penalties for non-compliance</a:t>
            </a:r>
          </a:p>
          <a:p/>
          <a:p>
            <a:r>
              <a:t>Market Opportunities:</a:t>
            </a:r>
          </a:p>
          <a:p>
            <a:r>
              <a:t>• Customers prefer sustainable businesses</a:t>
            </a:r>
          </a:p>
          <a:p>
            <a:r>
              <a:t>• Green finance options expanding</a:t>
            </a:r>
          </a:p>
          <a:p>
            <a:r>
              <a:t>• Competitive advantage opportunity</a:t>
            </a:r>
          </a:p>
          <a:p>
            <a:r>
              <a:t>• Investor interest in ESG companies</a:t>
            </a:r>
          </a:p>
          <a:p>
            <a:r>
              <a:t>• Supply chain sustainability requirements</a:t>
            </a:r>
          </a:p>
          <a:p/>
          <a:p>
            <a:r>
              <a:t>Cost Pressures:</a:t>
            </a:r>
          </a:p>
          <a:p>
            <a:r>
              <a:t>• Rising energy and resource costs</a:t>
            </a:r>
          </a:p>
          <a:p>
            <a:r>
              <a:t>• Waste disposal costs increasing</a:t>
            </a:r>
          </a:p>
          <a:p>
            <a:r>
              <a:t>• Water scarcity and pricing</a:t>
            </a:r>
          </a:p>
          <a:p>
            <a:r>
              <a:t>• Transportation costs rising</a:t>
            </a:r>
          </a:p>
          <a:p>
            <a:r>
              <a:t>• Material costs fluctuating</a:t>
            </a:r>
          </a:p>
          <a:p/>
          <a:p>
            <a:r>
              <a:t>Competitive Advantage:</a:t>
            </a:r>
          </a:p>
          <a:p>
            <a:r>
              <a:t>• First-mover advantage in sustainability</a:t>
            </a:r>
          </a:p>
          <a:p>
            <a:r>
              <a:t>• Enhanced brand reputation</a:t>
            </a:r>
          </a:p>
          <a:p>
            <a:r>
              <a:t>• Customer loyalty and retention</a:t>
            </a:r>
          </a:p>
          <a:p>
            <a:r>
              <a:t>• Access to new markets</a:t>
            </a:r>
          </a:p>
          <a:p>
            <a:r>
              <a:t>• Attract top talent</a:t>
            </a:r>
          </a:p>
          <a:p/>
          <a:p>
            <a:r>
              <a:t>Future-Proofing:</a:t>
            </a:r>
          </a:p>
          <a:p>
            <a:r>
              <a:t>• Prepare for stricter regulations</a:t>
            </a:r>
          </a:p>
          <a:p>
            <a:r>
              <a:t>• Build sustainable business model</a:t>
            </a:r>
          </a:p>
          <a:p>
            <a:r>
              <a:t>• Reduce operational risks</a:t>
            </a:r>
          </a:p>
          <a:p>
            <a:r>
              <a:t>• Create long-term value</a:t>
            </a:r>
          </a:p>
          <a:p>
            <a:r>
              <a:t>• Stay ahead of competition</a:t>
            </a:r>
          </a:p>
          <a:p/>
          <a:p>
            <a:r>
              <a:t>IMMEDIATE BENEFITS:</a:t>
            </a:r>
          </a:p>
          <a:p>
            <a:r>
              <a:t>✅ Start saving money from day 1</a:t>
            </a:r>
          </a:p>
          <a:p>
            <a:r>
              <a:t>✅ Access to green finance immediately</a:t>
            </a:r>
          </a:p>
          <a:p>
            <a:r>
              <a:t>✅ Improve operational efficiency</a:t>
            </a:r>
          </a:p>
          <a:p>
            <a:r>
              <a:t>✅ Build competitive advantage</a:t>
            </a:r>
          </a:p>
          <a:p>
            <a:r>
              <a:t>✅ Meet customer expectations</a:t>
            </a:r>
          </a:p>
          <a:p/>
          <a:p>
            <a:r>
              <a:t>DON'T WAIT - START TODAY!</a:t>
            </a:r>
          </a:p>
          <a:p>
            <a:r>
              <a:t>Every day you delay is money lost and opportunities missed.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Get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SIMPLE 3-STEP PROCESS</a:t>
            </a:r>
          </a:p>
          <a:p/>
          <a:p>
            <a:r>
              <a:t>Step 1: Sign Up (5 minutes)</a:t>
            </a:r>
          </a:p>
          <a:p>
            <a:r>
              <a:t>• Visit www.carbonintelligence.com</a:t>
            </a:r>
          </a:p>
          <a:p>
            <a:r>
              <a:t>• Click "Start Free Trial"</a:t>
            </a:r>
          </a:p>
          <a:p>
            <a:r>
              <a:t>• Enter your company details</a:t>
            </a:r>
          </a:p>
          <a:p>
            <a:r>
              <a:t>• Choose your plan</a:t>
            </a:r>
          </a:p>
          <a:p>
            <a:r>
              <a:t>• No credit card required for trial</a:t>
            </a:r>
          </a:p>
          <a:p/>
          <a:p>
            <a:r>
              <a:t>Step 2: Quick Setup (1 day)</a:t>
            </a:r>
          </a:p>
          <a:p>
            <a:r>
              <a:t>• Download mobile app</a:t>
            </a:r>
          </a:p>
          <a:p>
            <a:r>
              <a:t>• Connect your business accounts</a:t>
            </a:r>
          </a:p>
          <a:p>
            <a:r>
              <a:t>• Upload recent bills and invoices</a:t>
            </a:r>
          </a:p>
          <a:p>
            <a:r>
              <a:t>• Our AI analyzes your data</a:t>
            </a:r>
          </a:p>
          <a:p>
            <a:r>
              <a:t>• Get initial recommendations</a:t>
            </a:r>
          </a:p>
          <a:p/>
          <a:p>
            <a:r>
              <a:t>Step 3: Start Saving (Immediately)</a:t>
            </a:r>
          </a:p>
          <a:p>
            <a:r>
              <a:t>• Implement first recommendations</a:t>
            </a:r>
          </a:p>
          <a:p>
            <a:r>
              <a:t>• Track your progress</a:t>
            </a:r>
          </a:p>
          <a:p>
            <a:r>
              <a:t>• Access green finance options</a:t>
            </a:r>
          </a:p>
          <a:p>
            <a:r>
              <a:t>• Generate your first report</a:t>
            </a:r>
          </a:p>
          <a:p>
            <a:r>
              <a:t>• Begin your sustainability journey</a:t>
            </a:r>
          </a:p>
          <a:p/>
          <a:p>
            <a:r>
              <a:t>WHAT HAPPENS NEXT:</a:t>
            </a:r>
          </a:p>
          <a:p>
            <a:r>
              <a:t>• Welcome call from our team</a:t>
            </a:r>
          </a:p>
          <a:p>
            <a:r>
              <a:t>• Free setup and training session</a:t>
            </a:r>
          </a:p>
          <a:p>
            <a:r>
              <a:t>• Access to all platform features</a:t>
            </a:r>
          </a:p>
          <a:p>
            <a:r>
              <a:t>• Regular check-ins and support</a:t>
            </a:r>
          </a:p>
          <a:p>
            <a:r>
              <a:t>• Continuous optimization</a:t>
            </a:r>
          </a:p>
          <a:p/>
          <a:p>
            <a:r>
              <a:t>SUPPORT AVAILABLE:</a:t>
            </a:r>
          </a:p>
          <a:p>
            <a:r>
              <a:t>📞 Phone: +91-98765-43210</a:t>
            </a:r>
          </a:p>
          <a:p>
            <a:r>
              <a:t>📧 Email: support@carbonintelligence.com</a:t>
            </a:r>
          </a:p>
          <a:p>
            <a:r>
              <a:t>💬 Live chat on website</a:t>
            </a:r>
          </a:p>
          <a:p>
            <a:r>
              <a:t>📱 In-app support</a:t>
            </a:r>
          </a:p>
          <a:p>
            <a:r>
              <a:t>🎥 Video tutorials and guides</a:t>
            </a:r>
          </a:p>
          <a:p/>
          <a:p>
            <a:r>
              <a:t>SPECIAL LAUNCH OFFER:</a:t>
            </a:r>
          </a:p>
          <a:p>
            <a:r>
              <a:t>🎉 30-day free trial</a:t>
            </a:r>
          </a:p>
          <a:p>
            <a:r>
              <a:t>🎉 50% off first 3 months</a:t>
            </a:r>
          </a:p>
          <a:p>
            <a:r>
              <a:t>🎉 Free setup and training</a:t>
            </a:r>
          </a:p>
          <a:p>
            <a:r>
              <a:t>🎉 Money-back guarantee</a:t>
            </a:r>
          </a:p>
          <a:p>
            <a:r>
              <a:t>🎉 No long-term commitment</a:t>
            </a:r>
          </a:p>
          <a:p/>
          <a:p>
            <a:r>
              <a:t>READY TO START?</a:t>
            </a:r>
          </a:p>
          <a:p>
            <a:r>
              <a:t>Visit www.carbonintelligence.com today and begin your sustainability transformation!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🌱 TRANSFORM YOUR BUSINESS TODAY</a:t>
            </a:r>
          </a:p>
          <a:p/>
          <a:p>
            <a:r>
              <a:t>Key Takeaways:</a:t>
            </a:r>
          </a:p>
          <a:p>
            <a:r>
              <a:t>✅ Save 15-30% on operational costs</a:t>
            </a:r>
          </a:p>
          <a:p>
            <a:r>
              <a:t>✅ Access green finance and incentives</a:t>
            </a:r>
          </a:p>
          <a:p>
            <a:r>
              <a:t>✅ Build competitive advantage</a:t>
            </a:r>
          </a:p>
          <a:p>
            <a:r>
              <a:t>✅ Meet sustainability goals</a:t>
            </a:r>
          </a:p>
          <a:p>
            <a:r>
              <a:t>✅ Easy-to-use platform</a:t>
            </a:r>
          </a:p>
          <a:p/>
          <a:p>
            <a:r>
              <a:t>Ready to Start?</a:t>
            </a:r>
          </a:p>
          <a:p>
            <a:r>
              <a:t>• 30-day free trial</a:t>
            </a:r>
          </a:p>
          <a:p>
            <a:r>
              <a:t>• No credit card required</a:t>
            </a:r>
          </a:p>
          <a:p>
            <a:r>
              <a:t>• Immediate cost savings</a:t>
            </a:r>
          </a:p>
          <a:p>
            <a:r>
              <a:t>• Professional support</a:t>
            </a:r>
          </a:p>
          <a:p>
            <a:r>
              <a:t>• Money-back guarantee</a:t>
            </a:r>
          </a:p>
          <a:p/>
          <a:p>
            <a:r>
              <a:t>Contact Us:</a:t>
            </a:r>
          </a:p>
          <a:p>
            <a:r>
              <a:t>📧 info@carbonintelligence.com</a:t>
            </a:r>
          </a:p>
          <a:p>
            <a:r>
              <a:t>📞 +91-98765-43210</a:t>
            </a:r>
          </a:p>
          <a:p>
            <a:r>
              <a:t>🌐 www.carbonintelligence.com</a:t>
            </a:r>
          </a:p>
          <a:p>
            <a:r>
              <a:t>📱 Download our mobile app</a:t>
            </a:r>
          </a:p>
          <a:p/>
          <a:p>
            <a:r>
              <a:t>Questions &amp; Discussion</a:t>
            </a:r>
          </a:p>
          <a:p/>
          <a:p>
            <a:r>
              <a:t>Let's build a sustainable future together! 🌱</a:t>
            </a:r>
          </a:p>
          <a:p/>
          <a:p>
            <a:r>
              <a:t>Carbon Intelligence - Empowering MSMEs for a Greener Tomorrow</a:t>
            </a:r>
          </a:p>
          <a:p/>
          <a:p>
            <a:r>
              <a:t>Start your free trial today at www.carbonintelligence.com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