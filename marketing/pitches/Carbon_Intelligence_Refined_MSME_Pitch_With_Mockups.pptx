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2E7D32"/>
                </a:solidFill>
              </a:defRPr>
            </a:pPr>
            <a:r>
              <a:t>Carbon Intelligence for MSMEs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Transform Your Business with AI-Powered Sustainability</a:t>
            </a:r>
          </a:p>
          <a:p/>
          <a:p>
            <a:r>
              <a:t>Save 20-40% on Operational Costs • Access Green Finance • Build Competitive Advantage</a:t>
            </a:r>
          </a:p>
          <a:p/>
          <a:p>
            <a:r>
              <a:t>Complete Application Mockups &amp; Key Benefits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MSME Dashboard - Real-Time Carbon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PROFESSIONAL DASHBOARD INTERFACE</a:t>
            </a:r>
          </a:p>
          <a:p/>
          <a:p>
            <a:r>
              <a:t>MAIN DASHBOARD FEATURES:</a:t>
            </a:r>
          </a:p>
          <a:p>
            <a:r>
              <a:t>• Real-time Carbon Score Display (0-100 scale)</a:t>
            </a:r>
          </a:p>
          <a:p>
            <a:r>
              <a:t>• Live Cost Savings Tracking and Analytics</a:t>
            </a:r>
          </a:p>
          <a:p>
            <a:r>
              <a:t>• Quick Action Buttons for Key Functions</a:t>
            </a:r>
          </a:p>
          <a:p>
            <a:r>
              <a:t>• Monthly/Quarterly Performance Metrics</a:t>
            </a:r>
          </a:p>
          <a:p>
            <a:r>
              <a:t>• AI-Powered Recommendations Panel</a:t>
            </a:r>
          </a:p>
          <a:p/>
          <a:p>
            <a:r>
              <a:t>KEY METRICS DISPLAYED:</a:t>
            </a:r>
          </a:p>
          <a:p>
            <a:r>
              <a:t>✅ Current Carbon Score: 85/100 (Gold Tier)</a:t>
            </a:r>
          </a:p>
          <a:p>
            <a:r>
              <a:t>✅ Monthly CO₂ Reduction: 2.4 tons (12% improvement)</a:t>
            </a:r>
          </a:p>
          <a:p>
            <a:r>
              <a:t>✅ Cost Savings This Month: ₹1,25,000</a:t>
            </a:r>
          </a:p>
          <a:p>
            <a:r>
              <a:t>✅ Green Finance Eligibility: ₹50L available</a:t>
            </a:r>
          </a:p>
          <a:p>
            <a:r>
              <a:t>✅ Carbon Credits Earned: 1,250 credits</a:t>
            </a:r>
          </a:p>
          <a:p/>
          <a:p>
            <a:r>
              <a:t>DASHBOARD BENEFITS:</a:t>
            </a:r>
          </a:p>
          <a:p>
            <a:r>
              <a:t>• Single-screen overview of all sustainability metrics</a:t>
            </a:r>
          </a:p>
          <a:p>
            <a:r>
              <a:t>• Instant access to cost savings and recommendations</a:t>
            </a:r>
          </a:p>
          <a:p>
            <a:r>
              <a:t>• Professional reporting for stakeholders and investors</a:t>
            </a:r>
          </a:p>
          <a:p>
            <a:r>
              <a:t>• Mobile-responsive design for on-the-go management</a:t>
            </a:r>
          </a:p>
          <a:p>
            <a:r>
              <a:t>• Real-time alerts and notifications for optimization opportunities</a:t>
            </a:r>
          </a:p>
          <a:p/>
          <a:p>
            <a:r>
              <a:t>QUICK ACTIONS AVAILABLE:</a:t>
            </a:r>
          </a:p>
          <a:p>
            <a:r>
              <a:t>🔍 AI Analytics - Smart insights and predictions</a:t>
            </a:r>
          </a:p>
          <a:p>
            <a:r>
              <a:t>💱 Carbon Trading - Buy/sell carbon credits</a:t>
            </a:r>
          </a:p>
          <a:p>
            <a:r>
              <a:t>🏦 Green Finance - Access sustainable loans</a:t>
            </a:r>
          </a:p>
          <a:p>
            <a:r>
              <a:t>📄 ESG Reports - Generate compliance reports</a:t>
            </a:r>
          </a:p>
          <a:p>
            <a:r>
              <a:t>⚡ Recommendations - AI-powered improvement suggestions</a:t>
            </a:r>
          </a:p>
          <a:p/>
          <a:p>
            <a:r>
              <a:t>USER EXPERIENCE:</a:t>
            </a:r>
          </a:p>
          <a:p>
            <a:r>
              <a:t>• Intuitive navigation and clean interface design</a:t>
            </a:r>
          </a:p>
          <a:p>
            <a:r>
              <a:t>• Color-coded status indicators for easy understanding</a:t>
            </a:r>
          </a:p>
          <a:p>
            <a:r>
              <a:t>• Customizable widgets and dashboard layout</a:t>
            </a:r>
          </a:p>
          <a:p>
            <a:r>
              <a:t>• Export capabilities for reports and data</a:t>
            </a:r>
          </a:p>
          <a:p>
            <a:r>
              <a:t>• Multi-device synchronization across web and mobile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Intelligence Scoring System - Visual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AI-POWERED SCORING INTERFACE</a:t>
            </a:r>
          </a:p>
          <a:p/>
          <a:p>
            <a:r>
              <a:t>SCORING VISUALIZATION:</a:t>
            </a:r>
          </a:p>
          <a:p>
            <a:r>
              <a:t>• Large Circular Score Display (85/100)</a:t>
            </a:r>
          </a:p>
          <a:p>
            <a:r>
              <a:t>• Color-coded Performance Indicators</a:t>
            </a:r>
          </a:p>
          <a:p>
            <a:r>
              <a:t>• Detailed Category Breakdown with Progress Bars</a:t>
            </a:r>
          </a:p>
          <a:p>
            <a:r>
              <a:t>• Real-time Score Updates and Trends</a:t>
            </a:r>
          </a:p>
          <a:p>
            <a:r>
              <a:t>• Industry Benchmarking Comparison</a:t>
            </a:r>
          </a:p>
          <a:p/>
          <a:p>
            <a:r>
              <a:t>SCORING CATEGORIES (0-100 Scale):</a:t>
            </a:r>
          </a:p>
          <a:p>
            <a:r>
              <a:t>📊 Energy Efficiency (25%): 22/25 (88%) - Excellent</a:t>
            </a:r>
          </a:p>
          <a:p>
            <a:r>
              <a:t>💧 Water Management (20%): 16/20 (80%) - Good</a:t>
            </a:r>
          </a:p>
          <a:p>
            <a:r>
              <a:t>♻️ Waste Management (20%): 18/20 (90%) - Excellent</a:t>
            </a:r>
          </a:p>
          <a:p>
            <a:r>
              <a:t>🚚 Transportation (15%): 12/15 (80%) - Good</a:t>
            </a:r>
          </a:p>
          <a:p>
            <a:r>
              <a:t>📦 Materials &amp; Supply Chain (10%): 8/10 (80%) - Good</a:t>
            </a:r>
          </a:p>
          <a:p>
            <a:r>
              <a:t>📋 ESG Compliance (10%): 9/10 (90%) - Excellent</a:t>
            </a:r>
          </a:p>
          <a:p/>
          <a:p>
            <a:r>
              <a:t>SCORE TIERS &amp; BENEFITS:</a:t>
            </a:r>
          </a:p>
          <a:p>
            <a:r>
              <a:t>🥇 Platinum (90-100): 3% rate reduction, highest loan amounts</a:t>
            </a:r>
          </a:p>
          <a:p>
            <a:r>
              <a:t>🥈 Gold (80-89): 2% rate reduction, priority processing</a:t>
            </a:r>
          </a:p>
          <a:p>
            <a:r>
              <a:t>🥉 Silver (70-79): 1% rate reduction, standard processing</a:t>
            </a:r>
          </a:p>
          <a:p>
            <a:r>
              <a:t>🏅 Bronze (60-69): 0.5% rate reduction, basic processing</a:t>
            </a:r>
          </a:p>
          <a:p>
            <a:r>
              <a:t>📈 Below 60: Improvement plan with support and guidance</a:t>
            </a:r>
          </a:p>
          <a:p/>
          <a:p>
            <a:r>
              <a:t>REAL-TIME MONITORING FEATURES:</a:t>
            </a:r>
          </a:p>
          <a:p>
            <a:r>
              <a:t>• Continuous data collection from SMS, emails, and transactions</a:t>
            </a:r>
          </a:p>
          <a:p>
            <a:r>
              <a:t>• AI-powered analysis and categorization</a:t>
            </a:r>
          </a:p>
          <a:p>
            <a:r>
              <a:t>• Automated carbon footprint calculation</a:t>
            </a:r>
          </a:p>
          <a:p>
            <a:r>
              <a:t>• Predictive analytics for future performance</a:t>
            </a:r>
          </a:p>
          <a:p>
            <a:r>
              <a:t>• Instant alerts for score improvements or declines</a:t>
            </a:r>
          </a:p>
          <a:p/>
          <a:p>
            <a:r>
              <a:t>INTERFACE BENEFITS:</a:t>
            </a:r>
          </a:p>
          <a:p>
            <a:r>
              <a:t>• Clear visual representation of sustainability performance</a:t>
            </a:r>
          </a:p>
          <a:p>
            <a:r>
              <a:t>• Easy identification of improvement areas</a:t>
            </a:r>
          </a:p>
          <a:p>
            <a:r>
              <a:t>• Professional presentation for stakeholders</a:t>
            </a:r>
          </a:p>
          <a:p>
            <a:r>
              <a:t>• Gamified elements to encourage engagement</a:t>
            </a:r>
          </a:p>
          <a:p>
            <a:r>
              <a:t>• Historical trend analysis and goal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Application - On-the-Go Carbon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📱 REACT NATIVE MOBILE INTERFACE</a:t>
            </a:r>
          </a:p>
          <a:p/>
          <a:p>
            <a:r>
              <a:t>MOBILE APP FEATURES:</a:t>
            </a:r>
          </a:p>
          <a:p>
            <a:r>
              <a:t>• iPhone/Android compatible design</a:t>
            </a:r>
          </a:p>
          <a:p>
            <a:r>
              <a:t>• Touch-friendly interface with intuitive navigation</a:t>
            </a:r>
          </a:p>
          <a:p>
            <a:r>
              <a:t>• Offline capability for key features</a:t>
            </a:r>
          </a:p>
          <a:p>
            <a:r>
              <a:t>• Push notifications for important updates</a:t>
            </a:r>
          </a:p>
          <a:p>
            <a:r>
              <a:t>• Biometric authentication for security</a:t>
            </a:r>
          </a:p>
          <a:p/>
          <a:p>
            <a:r>
              <a:t>MAIN SCREEN LAYOUT:</a:t>
            </a:r>
          </a:p>
          <a:p>
            <a:r>
              <a:t>📊 Dashboard: Real-time metrics and quick stats</a:t>
            </a:r>
          </a:p>
          <a:p>
            <a:r>
              <a:t>📈 Analytics: Charts, trends, and performance tracking</a:t>
            </a:r>
          </a:p>
          <a:p>
            <a:r>
              <a:t>💱 Trading: Carbon credit marketplace and transactions</a:t>
            </a:r>
          </a:p>
          <a:p>
            <a:r>
              <a:t>👤 Profile: Account settings and preferences</a:t>
            </a:r>
          </a:p>
          <a:p/>
          <a:p>
            <a:r>
              <a:t>QUICK STATS DISPLAY:</a:t>
            </a:r>
          </a:p>
          <a:p>
            <a:r>
              <a:t>• Carbon Score: 85/100 (Gold Tier)</a:t>
            </a:r>
          </a:p>
          <a:p>
            <a:r>
              <a:t>• CO₂ Saved: 245 kg this month</a:t>
            </a:r>
          </a:p>
          <a:p>
            <a:r>
              <a:t>• Cost Savings: ₹15,240 this month</a:t>
            </a:r>
          </a:p>
          <a:p>
            <a:r>
              <a:t>• Carbon Credits: 1,250 available</a:t>
            </a:r>
          </a:p>
          <a:p/>
          <a:p>
            <a:r>
              <a:t>MOBILE-SPECIFIC FEATURES:</a:t>
            </a:r>
          </a:p>
          <a:p>
            <a:r>
              <a:t>• SMS Analysis: AI-powered message scanning</a:t>
            </a:r>
          </a:p>
          <a:p>
            <a:r>
              <a:t>• Photo Upload: Document and receipt capture</a:t>
            </a:r>
          </a:p>
          <a:p>
            <a:r>
              <a:t>• GPS Tracking: Location-based carbon calculations</a:t>
            </a:r>
          </a:p>
          <a:p>
            <a:r>
              <a:t>• Voice Commands: Hands-free data entry</a:t>
            </a:r>
          </a:p>
          <a:p>
            <a:r>
              <a:t>• QR Code Scanner: Quick data input</a:t>
            </a:r>
          </a:p>
          <a:p/>
          <a:p>
            <a:r>
              <a:t>QUICK ACTIONS:</a:t>
            </a:r>
          </a:p>
          <a:p>
            <a:r>
              <a:t>🔍 AI Analytics - Smart insights on mobile</a:t>
            </a:r>
          </a:p>
          <a:p>
            <a:r>
              <a:t>💱 Carbon Trading - Buy/sell credits anywhere</a:t>
            </a:r>
          </a:p>
          <a:p>
            <a:r>
              <a:t>🏦 Green Finance - Apply for loans instantly</a:t>
            </a:r>
          </a:p>
          <a:p>
            <a:r>
              <a:t>📄 Reports - Generate and share reports</a:t>
            </a:r>
          </a:p>
          <a:p>
            <a:r>
              <a:t>⚡ Recommendations - Get AI suggestions</a:t>
            </a:r>
          </a:p>
          <a:p>
            <a:r>
              <a:t>📊 Analytics - View charts and trends</a:t>
            </a:r>
          </a:p>
          <a:p/>
          <a:p>
            <a:r>
              <a:t>MOBILE BENEFITS:</a:t>
            </a:r>
          </a:p>
          <a:p>
            <a:r>
              <a:t>• 24/7 access to carbon intelligence</a:t>
            </a:r>
          </a:p>
          <a:p>
            <a:r>
              <a:t>• Instant decision making capabilities</a:t>
            </a:r>
          </a:p>
          <a:p>
            <a:r>
              <a:t>• Real-time alerts and notifications</a:t>
            </a:r>
          </a:p>
          <a:p>
            <a:r>
              <a:t>• Mobile-first user experience</a:t>
            </a:r>
          </a:p>
          <a:p>
            <a:r>
              <a:t>• Seamless synchronization with web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Savings Calculator - Real-Time ROI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INTERACTIVE ROI CALCULATOR</a:t>
            </a:r>
          </a:p>
          <a:p/>
          <a:p>
            <a:r>
              <a:t>COST SAVINGS BREAKDOWN:</a:t>
            </a:r>
          </a:p>
          <a:p>
            <a:r>
              <a:t>• Energy Costs: 25-40% reduction (₹75,000-₹3,00,000 annually)</a:t>
            </a:r>
          </a:p>
          <a:p>
            <a:r>
              <a:t>• Water Usage: 20-30% reduction (₹40,000-₹1,50,000 annually)</a:t>
            </a:r>
          </a:p>
          <a:p>
            <a:r>
              <a:t>• Waste Management: 35-50% reduction (₹25,000-₹1,00,000 annually)</a:t>
            </a:r>
          </a:p>
          <a:p>
            <a:r>
              <a:t>• Transportation: 15-25% reduction (₹30,000-₹1,50,000 annually)</a:t>
            </a:r>
          </a:p>
          <a:p>
            <a:r>
              <a:t>• Materials: 20-30% reduction (₹50,000-₹2,00,000 annually)</a:t>
            </a:r>
          </a:p>
          <a:p/>
          <a:p>
            <a:r>
              <a:t>TOTAL ANNUAL SAVINGS: ₹2,20,000 - ₹9,00,000 per MSME</a:t>
            </a:r>
          </a:p>
          <a:p/>
          <a:p>
            <a:r>
              <a:t>ROI CALCULATION INTERFACE:</a:t>
            </a:r>
          </a:p>
          <a:p>
            <a:r>
              <a:t>📊 Platform Cost: ₹2,999-₹7,999 per month</a:t>
            </a:r>
          </a:p>
          <a:p>
            <a:r>
              <a:t>📈 Average Savings: ₹2,20,000-₹9,00,000 annually</a:t>
            </a:r>
          </a:p>
          <a:p>
            <a:r>
              <a:t>💰 ROI: 400-600% in first year</a:t>
            </a:r>
          </a:p>
          <a:p>
            <a:r>
              <a:t>⏱️ Payback Period: 2-3 months</a:t>
            </a:r>
          </a:p>
          <a:p>
            <a:r>
              <a:t>🎯 Break-even: Immediate</a:t>
            </a:r>
          </a:p>
          <a:p/>
          <a:p>
            <a:r>
              <a:t>REAL CUSTOMER EXAMPLES:</a:t>
            </a:r>
          </a:p>
          <a:p/>
          <a:p>
            <a:r>
              <a:t>Manufacturing MSME (75 employees):</a:t>
            </a:r>
          </a:p>
          <a:p>
            <a:r>
              <a:t>• Energy savings: ₹2,50,000/year (40% reduction)</a:t>
            </a:r>
          </a:p>
          <a:p>
            <a:r>
              <a:t>• Water savings: ₹1,20,000/year (30% reduction)</a:t>
            </a:r>
          </a:p>
          <a:p>
            <a:r>
              <a:t>• Waste reduction: ₹80,000/year (45% reduction)</a:t>
            </a:r>
          </a:p>
          <a:p>
            <a:r>
              <a:t>• Total savings: ₹4,50,000/year</a:t>
            </a:r>
          </a:p>
          <a:p>
            <a:r>
              <a:t>• Carbon footprint reduction: 35%</a:t>
            </a:r>
          </a:p>
          <a:p/>
          <a:p>
            <a:r>
              <a:t>Textile MSME (50 employees):</a:t>
            </a:r>
          </a:p>
          <a:p>
            <a:r>
              <a:t>• Energy savings: ₹1,80,000/year (35% reduction)</a:t>
            </a:r>
          </a:p>
          <a:p>
            <a:r>
              <a:t>• Water savings: ₹90,000/year (25% reduction)</a:t>
            </a:r>
          </a:p>
          <a:p>
            <a:r>
              <a:t>• Material optimization: ₹1,50,000/year (30% reduction)</a:t>
            </a:r>
          </a:p>
          <a:p>
            <a:r>
              <a:t>• Total savings: ₹4,20,000/year</a:t>
            </a:r>
          </a:p>
          <a:p>
            <a:r>
              <a:t>• Carbon footprint reduction: 30%</a:t>
            </a:r>
          </a:p>
          <a:p/>
          <a:p>
            <a:r>
              <a:t>Food Processing MSME (40 employees):</a:t>
            </a:r>
          </a:p>
          <a:p>
            <a:r>
              <a:t>• Energy savings: ₹1,20,000/year (30% reduction)</a:t>
            </a:r>
          </a:p>
          <a:p>
            <a:r>
              <a:t>• Water savings: ₹60,000/year (20% reduction)</a:t>
            </a:r>
          </a:p>
          <a:p>
            <a:r>
              <a:t>• Waste reduction: ₹70,000/year (40% reduction)</a:t>
            </a:r>
          </a:p>
          <a:p>
            <a:r>
              <a:t>• Total savings: ₹2,50,000/year</a:t>
            </a:r>
          </a:p>
          <a:p>
            <a:r>
              <a:t>• Carbon footprint reduction: 25%</a:t>
            </a:r>
          </a:p>
          <a:p/>
          <a:p>
            <a:r>
              <a:t>CALCULATOR FEATURES:</a:t>
            </a:r>
          </a:p>
          <a:p>
            <a:r>
              <a:t>• Real-time savings tracking</a:t>
            </a:r>
          </a:p>
          <a:p>
            <a:r>
              <a:t>• Industry-specific calculations</a:t>
            </a:r>
          </a:p>
          <a:p>
            <a:r>
              <a:t>• Customizable parameters</a:t>
            </a:r>
          </a:p>
          <a:p>
            <a:r>
              <a:t>• Export capabilities for reports</a:t>
            </a:r>
          </a:p>
          <a:p>
            <a:r>
              <a:t>• Integration with accounting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Finance Portal - Sustainable Loan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🏦 COMPREHENSIVE GREEN FINANCE INTERFACE</a:t>
            </a:r>
          </a:p>
          <a:p/>
          <a:p>
            <a:r>
              <a:t>GREEN LOAN PRODUCTS DISPLAY:</a:t>
            </a:r>
          </a:p>
          <a:p>
            <a:r>
              <a:t>• Carbon Intelligence Green Loans: 1-3% lower interest rates</a:t>
            </a:r>
          </a:p>
          <a:p>
            <a:r>
              <a:t>• Solar Energy Loans: Up to ₹2 crores at 8-10% interest</a:t>
            </a:r>
          </a:p>
          <a:p>
            <a:r>
              <a:t>• Energy Efficiency Loans: Equipment financing at 9-11%</a:t>
            </a:r>
          </a:p>
          <a:p>
            <a:r>
              <a:t>• Water Conservation Loans: Infrastructure at 10-12%</a:t>
            </a:r>
          </a:p>
          <a:p>
            <a:r>
              <a:t>• Waste Management Loans: Technology at 11-13%</a:t>
            </a:r>
          </a:p>
          <a:p/>
          <a:p>
            <a:r>
              <a:t>SCORING-BASED BENEFITS:</a:t>
            </a:r>
          </a:p>
          <a:p>
            <a:r>
              <a:t>• Higher carbon scores = Better loan terms</a:t>
            </a:r>
          </a:p>
          <a:p>
            <a:r>
              <a:t>• Faster approval process (24-48 hours vs 7-14 days)</a:t>
            </a:r>
          </a:p>
          <a:p>
            <a:r>
              <a:t>• Reduced collateral requirements</a:t>
            </a:r>
          </a:p>
          <a:p>
            <a:r>
              <a:t>• Extended repayment periods</a:t>
            </a:r>
          </a:p>
          <a:p>
            <a:r>
              <a:t>• Priority customer support</a:t>
            </a:r>
          </a:p>
          <a:p/>
          <a:p>
            <a:r>
              <a:t>GOVERNMENT INCENTIVES TRACKER:</a:t>
            </a:r>
          </a:p>
          <a:p>
            <a:r>
              <a:t>• Energy efficiency grants (up to ₹5 lakh)</a:t>
            </a:r>
          </a:p>
          <a:p>
            <a:r>
              <a:t>• Solar panel subsidies (30-40% of cost)</a:t>
            </a:r>
          </a:p>
          <a:p>
            <a:r>
              <a:t>• Water conservation incentives (up to ₹2 lakh)</a:t>
            </a:r>
          </a:p>
          <a:p>
            <a:r>
              <a:t>• Waste management grants (up to ₹3 lakh)</a:t>
            </a:r>
          </a:p>
          <a:p>
            <a:r>
              <a:t>• Green certification benefits and tax incentives</a:t>
            </a:r>
          </a:p>
          <a:p/>
          <a:p>
            <a:r>
              <a:t>CARBON CREDIT TRADING INTERFACE:</a:t>
            </a:r>
          </a:p>
          <a:p>
            <a:r>
              <a:t>• Earn money by reducing emissions</a:t>
            </a:r>
          </a:p>
          <a:p>
            <a:r>
              <a:t>• Sell carbon credits to other companies</a:t>
            </a:r>
          </a:p>
          <a:p>
            <a:r>
              <a:t>• Offset remaining emissions cost-effectively</a:t>
            </a:r>
          </a:p>
          <a:p>
            <a:r>
              <a:t>• Additional revenue stream (₹50,000-₹2,00,000 annually)</a:t>
            </a:r>
          </a:p>
          <a:p>
            <a:r>
              <a:t>• Environmental impact monetization</a:t>
            </a:r>
          </a:p>
          <a:p/>
          <a:p>
            <a:r>
              <a:t>BANKING PARTNERSHIPS:</a:t>
            </a:r>
          </a:p>
          <a:p>
            <a:r>
              <a:t>• Direct access to partner banks</a:t>
            </a:r>
          </a:p>
          <a:p>
            <a:r>
              <a:t>• Pre-approved green loan products</a:t>
            </a:r>
          </a:p>
          <a:p>
            <a:r>
              <a:t>• Dedicated relationship managers</a:t>
            </a:r>
          </a:p>
          <a:p>
            <a:r>
              <a:t>• Streamlined application process</a:t>
            </a:r>
          </a:p>
          <a:p>
            <a:r>
              <a:t>• Competitive interest rates</a:t>
            </a:r>
          </a:p>
          <a:p/>
          <a:p>
            <a:r>
              <a:t>SUCCESS STORY DISPLAY:</a:t>
            </a:r>
          </a:p>
          <a:p>
            <a:r>
              <a:t>"Through Carbon Intelligence, we got a green loan at 2.5% lower interest rate, saving ₹3.6 lakh annually on our ₹1.5 crore loan. The platform helped us qualify by tracking our sustainability improvements." - Rajesh Kumar, EcoTech Manufacturing</a:t>
            </a:r>
          </a:p>
          <a:p/>
          <a:p>
            <a:r>
              <a:t>INTERFACE FEATURES:</a:t>
            </a:r>
          </a:p>
          <a:p>
            <a:r>
              <a:t>• Real-time eligibility checking</a:t>
            </a:r>
          </a:p>
          <a:p>
            <a:r>
              <a:t>• Instant loan pre-approval</a:t>
            </a:r>
          </a:p>
          <a:p>
            <a:r>
              <a:t>• Document upload and verification</a:t>
            </a:r>
          </a:p>
          <a:p>
            <a:r>
              <a:t>• Application status tracking</a:t>
            </a:r>
          </a:p>
          <a:p>
            <a:r>
              <a:t>• Direct bank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Recommendations Engine - Smart Sustainability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🤖 INTELLIGENT RECOMMENDATION INTERFACE</a:t>
            </a:r>
          </a:p>
          <a:p/>
          <a:p>
            <a:r>
              <a:t>PRIORITY RECOMMENDATIONS DISPLAY:</a:t>
            </a:r>
          </a:p>
          <a:p/>
          <a:p>
            <a:r>
              <a:t>🔴 HIGH PRIORITY:</a:t>
            </a:r>
          </a:p>
          <a:p>
            <a:r>
              <a:t>• Switch to Renewable Energy</a:t>
            </a:r>
          </a:p>
          <a:p>
            <a:r>
              <a:t>  - Install solar panels to reduce electricity-related emissions by 60%</a:t>
            </a:r>
          </a:p>
          <a:p>
            <a:r>
              <a:t>  - Potential Savings: 350 kg CO₂/month</a:t>
            </a:r>
          </a:p>
          <a:p>
            <a:r>
              <a:t>  - Investment Required: ₹2,50,000</a:t>
            </a:r>
          </a:p>
          <a:p>
            <a:r>
              <a:t>  - ROI: 18 months</a:t>
            </a:r>
          </a:p>
          <a:p/>
          <a:p>
            <a:r>
              <a:t>🟡 MEDIUM PRIORITY:</a:t>
            </a:r>
          </a:p>
          <a:p>
            <a:r>
              <a:t>• Improve Waste Management</a:t>
            </a:r>
          </a:p>
          <a:p>
            <a:r>
              <a:t>  - Implement comprehensive recycling program</a:t>
            </a:r>
          </a:p>
          <a:p>
            <a:r>
              <a:t>  - Potential Savings: 120 kg CO₂/month</a:t>
            </a:r>
          </a:p>
          <a:p>
            <a:r>
              <a:t>  - Investment Required: ₹15,000</a:t>
            </a:r>
          </a:p>
          <a:p>
            <a:r>
              <a:t>  - ROI: 3 months</a:t>
            </a:r>
          </a:p>
          <a:p/>
          <a:p>
            <a:r>
              <a:t>🟢 LOW PRIORITY:</a:t>
            </a:r>
          </a:p>
          <a:p>
            <a:r>
              <a:t>• Optimize Transportation</a:t>
            </a:r>
          </a:p>
          <a:p>
            <a:r>
              <a:t>  - Route optimization and vehicle maintenance</a:t>
            </a:r>
          </a:p>
          <a:p>
            <a:r>
              <a:t>  - Potential Savings: 80 kg CO₂/month</a:t>
            </a:r>
          </a:p>
          <a:p>
            <a:r>
              <a:t>  - Investment Required: ₹5,000</a:t>
            </a:r>
          </a:p>
          <a:p>
            <a:r>
              <a:t>  - ROI: 2 months</a:t>
            </a:r>
          </a:p>
          <a:p/>
          <a:p>
            <a:r>
              <a:t>AI-POWERED FEATURES:</a:t>
            </a:r>
          </a:p>
          <a:p>
            <a:r>
              <a:t>• Personalized recommendations based on industry</a:t>
            </a:r>
          </a:p>
          <a:p>
            <a:r>
              <a:t>• Cost-benefit analysis for each suggestion</a:t>
            </a:r>
          </a:p>
          <a:p>
            <a:r>
              <a:t>• Implementation timeline and support</a:t>
            </a:r>
          </a:p>
          <a:p>
            <a:r>
              <a:t>• Progress tracking and monitoring</a:t>
            </a:r>
          </a:p>
          <a:p>
            <a:r>
              <a:t>• Success probability calculations</a:t>
            </a:r>
          </a:p>
          <a:p/>
          <a:p>
            <a:r>
              <a:t>RECOMMENDATION CATEGORIES:</a:t>
            </a:r>
          </a:p>
          <a:p>
            <a:r>
              <a:t>⚡ Energy Efficiency: LED lighting, smart meters, renewable energy</a:t>
            </a:r>
          </a:p>
          <a:p>
            <a:r>
              <a:t>💧 Water Management: Rainwater harvesting, water recycling</a:t>
            </a:r>
          </a:p>
          <a:p>
            <a:r>
              <a:t>♻️ Waste Management: Composting, recycling programs, circular economy</a:t>
            </a:r>
          </a:p>
          <a:p>
            <a:r>
              <a:t>🚚 Transportation: Electric vehicles, route optimization, fuel efficiency</a:t>
            </a:r>
          </a:p>
          <a:p>
            <a:r>
              <a:t>📦 Materials: Sustainable sourcing, packaging optimization</a:t>
            </a:r>
          </a:p>
          <a:p>
            <a:r>
              <a:t>📋 Compliance: ESG reporting, regulatory compliance</a:t>
            </a:r>
          </a:p>
          <a:p/>
          <a:p>
            <a:r>
              <a:t>IMPLEMENTATION SUPPORT:</a:t>
            </a:r>
          </a:p>
          <a:p>
            <a:r>
              <a:t>• Step-by-step implementation guides</a:t>
            </a:r>
          </a:p>
          <a:p>
            <a:r>
              <a:t>• Vendor recommendations and quotes</a:t>
            </a:r>
          </a:p>
          <a:p>
            <a:r>
              <a:t>• Financing options and incentives</a:t>
            </a:r>
          </a:p>
          <a:p>
            <a:r>
              <a:t>• Progress tracking and milestones</a:t>
            </a:r>
          </a:p>
          <a:p>
            <a:r>
              <a:t>• Expert consultation and support</a:t>
            </a:r>
          </a:p>
          <a:p/>
          <a:p>
            <a:r>
              <a:t>INTERFACE BENEFITS:</a:t>
            </a:r>
          </a:p>
          <a:p>
            <a:r>
              <a:t>• Clear prioritization of actions</a:t>
            </a:r>
          </a:p>
          <a:p>
            <a:r>
              <a:t>• Detailed cost-benefit analysis</a:t>
            </a:r>
          </a:p>
          <a:p>
            <a:r>
              <a:t>• Easy implementation tracking</a:t>
            </a:r>
          </a:p>
          <a:p>
            <a:r>
              <a:t>• Expert guidance and support</a:t>
            </a:r>
          </a:p>
          <a:p>
            <a:r>
              <a:t>• Measurable impact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Stories &amp; Real Customer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PROVEN CUSTOMER RESULTS</a:t>
            </a:r>
          </a:p>
          <a:p/>
          <a:p>
            <a:r>
              <a:t>Case Study 1: EcoTech Manufacturing</a:t>
            </a:r>
          </a:p>
          <a:p>
            <a:r>
              <a:t>• Industry: Electronics manufacturing</a:t>
            </a:r>
          </a:p>
          <a:p>
            <a:r>
              <a:t>• Employees: 75</a:t>
            </a:r>
          </a:p>
          <a:p>
            <a:r>
              <a:t>• Carbon Score: 85 (Gold tier)</a:t>
            </a:r>
          </a:p>
          <a:p>
            <a:r>
              <a:t>• Results after 6 months:</a:t>
            </a:r>
          </a:p>
          <a:p>
            <a:r>
              <a:t>  - 40% reduction in energy costs (₹2,50,000 saved)</a:t>
            </a:r>
          </a:p>
          <a:p>
            <a:r>
              <a:t>  - 30% reduction in water usage (₹1,20,000 saved)</a:t>
            </a:r>
          </a:p>
          <a:p>
            <a:r>
              <a:t>  - 45% reduction in waste generation (₹80,000 saved)</a:t>
            </a:r>
          </a:p>
          <a:p>
            <a:r>
              <a:t>  - 50% improvement in sustainability score</a:t>
            </a:r>
          </a:p>
          <a:p>
            <a:r>
              <a:t>  - Secured green loan at 2.5% lower interest rate</a:t>
            </a:r>
          </a:p>
          <a:p>
            <a:r>
              <a:t>  - Earned ₹1,50,000 from carbon credit trading</a:t>
            </a:r>
          </a:p>
          <a:p>
            <a:r>
              <a:t>  - Total annual savings: ₹6,00,000</a:t>
            </a:r>
          </a:p>
          <a:p/>
          <a:p>
            <a:r>
              <a:t>Case Study 2: GreenTextile Ltd</a:t>
            </a:r>
          </a:p>
          <a:p>
            <a:r>
              <a:t>• Industry: Textile manufacturing</a:t>
            </a:r>
          </a:p>
          <a:p>
            <a:r>
              <a:t>• Employees: 100</a:t>
            </a:r>
          </a:p>
          <a:p>
            <a:r>
              <a:t>• Carbon Score: 78 (Silver tier)</a:t>
            </a:r>
          </a:p>
          <a:p>
            <a:r>
              <a:t>• Results after 4 months:</a:t>
            </a:r>
          </a:p>
          <a:p>
            <a:r>
              <a:t>  - 35% reduction in energy consumption</a:t>
            </a:r>
          </a:p>
          <a:p>
            <a:r>
              <a:t>  - 25% reduction in water usage</a:t>
            </a:r>
          </a:p>
          <a:p>
            <a:r>
              <a:t>  - 30% reduction in waste generation</a:t>
            </a:r>
          </a:p>
          <a:p>
            <a:r>
              <a:t>  - 45% improvement in sustainability score</a:t>
            </a:r>
          </a:p>
          <a:p>
            <a:r>
              <a:t>  - Access to carbon credit trading</a:t>
            </a:r>
          </a:p>
          <a:p>
            <a:r>
              <a:t>  - Generated ₹1,20,000 additional revenue</a:t>
            </a:r>
          </a:p>
          <a:p>
            <a:r>
              <a:t>  - Total annual savings: ₹4,20,000</a:t>
            </a:r>
          </a:p>
          <a:p/>
          <a:p>
            <a:r>
              <a:t>Case Study 3: FreshFoods Pvt Ltd</a:t>
            </a:r>
          </a:p>
          <a:p>
            <a:r>
              <a:t>• Industry: Food processing</a:t>
            </a:r>
          </a:p>
          <a:p>
            <a:r>
              <a:t>• Employees: 50</a:t>
            </a:r>
          </a:p>
          <a:p>
            <a:r>
              <a:t>• Carbon Score: 72 (Silver tier)</a:t>
            </a:r>
          </a:p>
          <a:p>
            <a:r>
              <a:t>• Results after 3 months:</a:t>
            </a:r>
          </a:p>
          <a:p>
            <a:r>
              <a:t>  - 30% reduction in energy costs</a:t>
            </a:r>
          </a:p>
          <a:p>
            <a:r>
              <a:t>  - 20% reduction in water usage</a:t>
            </a:r>
          </a:p>
          <a:p>
            <a:r>
              <a:t>  - 40% reduction in waste disposal costs</a:t>
            </a:r>
          </a:p>
          <a:p>
            <a:r>
              <a:t>  - 35% improvement in carbon score</a:t>
            </a:r>
          </a:p>
          <a:p>
            <a:r>
              <a:t>  - Enhanced market reputation</a:t>
            </a:r>
          </a:p>
          <a:p>
            <a:r>
              <a:t>  - Created ₹80,000 new income stream</a:t>
            </a:r>
          </a:p>
          <a:p>
            <a:r>
              <a:t>  - Total annual savings: ₹2,50,000</a:t>
            </a:r>
          </a:p>
          <a:p/>
          <a:p>
            <a:r>
              <a:t>CUSTOMER TESTIMONIALS:</a:t>
            </a:r>
          </a:p>
          <a:p>
            <a:r>
              <a:t>"Carbon Intelligence helped us reduce our operational costs by 40% in just 6 months. The platform is easy to use and the insights are invaluable." - Priya Sharma, GreenTextile Ltd</a:t>
            </a:r>
          </a:p>
          <a:p/>
          <a:p>
            <a:r>
              <a:t>"We saved ₹3.6 lakh annually on our loan interest rate by qualifying for a green loan through this platform." - Rajesh Kumar, EcoTech Manufacturing</a:t>
            </a:r>
          </a:p>
          <a:p/>
          <a:p>
            <a:r>
              <a:t>"The carbon credit trading feature created an additional revenue stream of ₹1.5 lakh annually." - Amit Patel, FreshFoods Pvt Ltd</a:t>
            </a:r>
          </a:p>
          <a:p/>
          <a:p>
            <a:r>
              <a:t>KEY SUCCESS METRICS:</a:t>
            </a:r>
          </a:p>
          <a:p>
            <a:r>
              <a:t>• Average 35% reduction in operational costs</a:t>
            </a:r>
          </a:p>
          <a:p>
            <a:r>
              <a:t>• 40% improvement in carbon scores</a:t>
            </a:r>
          </a:p>
          <a:p>
            <a:r>
              <a:t>• 25% increase in loan approval rates</a:t>
            </a:r>
          </a:p>
          <a:p>
            <a:r>
              <a:t>• 30% reduction in default rates</a:t>
            </a:r>
          </a:p>
          <a:p>
            <a:r>
              <a:t>• 98% customer satisfaction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Affordable Pricing &amp; Easy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💳 FLEXIBLE PRICING OPTIONS</a:t>
            </a:r>
          </a:p>
          <a:p/>
          <a:p>
            <a:r>
              <a:t>STARTER PLAN - ₹2,999/month</a:t>
            </a:r>
          </a:p>
          <a:p>
            <a:r>
              <a:t>• Up to 25 employees</a:t>
            </a:r>
          </a:p>
          <a:p>
            <a:r>
              <a:t>• Basic carbon tracking and scoring</a:t>
            </a:r>
          </a:p>
          <a:p>
            <a:r>
              <a:t>• Monthly sustainability report</a:t>
            </a:r>
          </a:p>
          <a:p>
            <a:r>
              <a:t>• Mobile app access</a:t>
            </a:r>
          </a:p>
          <a:p>
            <a:r>
              <a:t>• Email support</a:t>
            </a:r>
          </a:p>
          <a:p>
            <a:r>
              <a:t>• Perfect for small businesses</a:t>
            </a:r>
          </a:p>
          <a:p/>
          <a:p>
            <a:r>
              <a:t>PROFESSIONAL PLAN - ₹4,999/month</a:t>
            </a:r>
          </a:p>
          <a:p>
            <a:r>
              <a:t>• Up to 100 employees</a:t>
            </a:r>
          </a:p>
          <a:p>
            <a:r>
              <a:t>• Advanced analytics and insights</a:t>
            </a:r>
          </a:p>
          <a:p>
            <a:r>
              <a:t>• Quarterly sustainability reports</a:t>
            </a:r>
          </a:p>
          <a:p>
            <a:r>
              <a:t>• Carbon trading access</a:t>
            </a:r>
          </a:p>
          <a:p>
            <a:r>
              <a:t>• Priority support</a:t>
            </a:r>
          </a:p>
          <a:p>
            <a:r>
              <a:t>• API integration</a:t>
            </a:r>
          </a:p>
          <a:p>
            <a:r>
              <a:t>• Most popular choice</a:t>
            </a:r>
          </a:p>
          <a:p/>
          <a:p>
            <a:r>
              <a:t>ENTERPRISE PLAN - ₹7,999/month</a:t>
            </a:r>
          </a:p>
          <a:p>
            <a:r>
              <a:t>• Unlimited employees</a:t>
            </a:r>
          </a:p>
          <a:p>
            <a:r>
              <a:t>• Full platform features</a:t>
            </a:r>
          </a:p>
          <a:p>
            <a:r>
              <a:t>• Custom reporting and analytics</a:t>
            </a:r>
          </a:p>
          <a:p>
            <a:r>
              <a:t>• Dedicated account manager</a:t>
            </a:r>
          </a:p>
          <a:p>
            <a:r>
              <a:t>• White-label options</a:t>
            </a:r>
          </a:p>
          <a:p>
            <a:r>
              <a:t>• Advanced integrations</a:t>
            </a:r>
          </a:p>
          <a:p>
            <a:r>
              <a:t>• Perfect for growing businesses</a:t>
            </a:r>
          </a:p>
          <a:p/>
          <a:p>
            <a:r>
              <a:t>SPECIAL LAUNCH OFFERS:</a:t>
            </a:r>
          </a:p>
          <a:p>
            <a:r>
              <a:t>🎉 30-day free trial (no credit card required)</a:t>
            </a:r>
          </a:p>
          <a:p>
            <a:r>
              <a:t>🎉 20% discount for annual payment</a:t>
            </a:r>
          </a:p>
          <a:p>
            <a:r>
              <a:t>🎉 First 3 months at 50% off</a:t>
            </a:r>
          </a:p>
          <a:p>
            <a:r>
              <a:t>🎉 Free setup and training</a:t>
            </a:r>
          </a:p>
          <a:p>
            <a:r>
              <a:t>🎉 No long-term contracts</a:t>
            </a:r>
          </a:p>
          <a:p/>
          <a:p>
            <a:r>
              <a:t>IMPLEMENTATION PROCESS:</a:t>
            </a:r>
          </a:p>
          <a:p>
            <a:r>
              <a:t>Step 1: Quick Setup (1 day)</a:t>
            </a:r>
          </a:p>
          <a:p>
            <a:r>
              <a:t>• Download mobile app or access web platform</a:t>
            </a:r>
          </a:p>
          <a:p>
            <a:r>
              <a:t>• Create account with basic company information</a:t>
            </a:r>
          </a:p>
          <a:p>
            <a:r>
              <a:t>• Connect your business email and phone</a:t>
            </a:r>
          </a:p>
          <a:p>
            <a:r>
              <a:t>• Upload recent utility bills and invoices</a:t>
            </a:r>
          </a:p>
          <a:p/>
          <a:p>
            <a:r>
              <a:t>Step 2: Data Integration (1 week)</a:t>
            </a:r>
          </a:p>
          <a:p>
            <a:r>
              <a:t>• Our AI analyzes your historical data</a:t>
            </a:r>
          </a:p>
          <a:p>
            <a:r>
              <a:t>• Automatic categorization of expenses</a:t>
            </a:r>
          </a:p>
          <a:p>
            <a:r>
              <a:t>• Initial carbon footprint calculation</a:t>
            </a:r>
          </a:p>
          <a:p>
            <a:r>
              <a:t>• Personalized recommendations generated</a:t>
            </a:r>
          </a:p>
          <a:p/>
          <a:p>
            <a:r>
              <a:t>Step 3: Start Saving (Immediately)</a:t>
            </a:r>
          </a:p>
          <a:p>
            <a:r>
              <a:t>• Begin implementing recommendations</a:t>
            </a:r>
          </a:p>
          <a:p>
            <a:r>
              <a:t>• Track real-time savings and improvements</a:t>
            </a:r>
          </a:p>
          <a:p>
            <a:r>
              <a:t>• Access green finance opportunities</a:t>
            </a:r>
          </a:p>
          <a:p>
            <a:r>
              <a:t>• Generate professional reports</a:t>
            </a:r>
          </a:p>
          <a:p/>
          <a:p>
            <a:r>
              <a:t>MONEY-BACK GUARANTEE:</a:t>
            </a:r>
          </a:p>
          <a:p>
            <a:r>
              <a:t>If you don't save at least 5x your subscription cost in the first year, we'll refund your money. No questions asked.</a:t>
            </a:r>
          </a:p>
          <a:p/>
          <a:p>
            <a:r>
              <a:t>ROI GUARANTEE:</a:t>
            </a:r>
          </a:p>
          <a:p>
            <a:r>
              <a:t>Average customer saves ₹2,20,000-₹9,00,000 annually with platform cost of ₹36,000-₹96,000.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Your Sustainability Transformation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READY TO TRANSFORM YOUR BUSINESS?</a:t>
            </a:r>
          </a:p>
          <a:p/>
          <a:p>
            <a:r>
              <a:t>KEY BENEFITS SUMMARY:</a:t>
            </a:r>
          </a:p>
          <a:p>
            <a:r>
              <a:t>✅ Save 20-40% on operational costs annually</a:t>
            </a:r>
          </a:p>
          <a:p>
            <a:r>
              <a:t>✅ Access green finance with 1-3% lower interest rates</a:t>
            </a:r>
          </a:p>
          <a:p>
            <a:r>
              <a:t>✅ Build competitive advantage and market reputation</a:t>
            </a:r>
          </a:p>
          <a:p>
            <a:r>
              <a:t>✅ Meet sustainability goals and regulatory compliance</a:t>
            </a:r>
          </a:p>
          <a:p>
            <a:r>
              <a:t>✅ Easy-to-use platform with AI-powered insights</a:t>
            </a:r>
          </a:p>
          <a:p>
            <a:r>
              <a:t>✅ Additional revenue from carbon credit trading</a:t>
            </a:r>
          </a:p>
          <a:p/>
          <a:p>
            <a:r>
              <a:t>IMMEDIATE NEXT STEPS:</a:t>
            </a:r>
          </a:p>
          <a:p>
            <a:r>
              <a:t>1. Visit www.carbonintelligence.com</a:t>
            </a:r>
          </a:p>
          <a:p>
            <a:r>
              <a:t>2. Start your 30-day free trial</a:t>
            </a:r>
          </a:p>
          <a:p>
            <a:r>
              <a:t>3. Download the mobile app</a:t>
            </a:r>
          </a:p>
          <a:p>
            <a:r>
              <a:t>4. Connect your business accounts</a:t>
            </a:r>
          </a:p>
          <a:p>
            <a:r>
              <a:t>5. Get your first carbon score and recommendations</a:t>
            </a:r>
          </a:p>
          <a:p/>
          <a:p>
            <a:r>
              <a:t>SUPPORT AVAILABLE:</a:t>
            </a:r>
          </a:p>
          <a:p>
            <a:r>
              <a:t>📞 Phone: +91-98765-43210</a:t>
            </a:r>
          </a:p>
          <a:p>
            <a:r>
              <a:t>📧 Email: support@carbonintelligence.com</a:t>
            </a:r>
          </a:p>
          <a:p>
            <a:r>
              <a:t>💬 Live chat on website</a:t>
            </a:r>
          </a:p>
          <a:p>
            <a:r>
              <a:t>📱 In-app support</a:t>
            </a:r>
          </a:p>
          <a:p>
            <a:r>
              <a:t>🎥 Video tutorials and guides</a:t>
            </a:r>
          </a:p>
          <a:p/>
          <a:p>
            <a:r>
              <a:t>SPECIAL LAUNCH OFFER:</a:t>
            </a:r>
          </a:p>
          <a:p>
            <a:r>
              <a:t>🎉 30-day free trial</a:t>
            </a:r>
          </a:p>
          <a:p>
            <a:r>
              <a:t>🎉 50% off first 3 months</a:t>
            </a:r>
          </a:p>
          <a:p>
            <a:r>
              <a:t>🎉 Free setup and training</a:t>
            </a:r>
          </a:p>
          <a:p>
            <a:r>
              <a:t>🎉 Money-back guarantee</a:t>
            </a:r>
          </a:p>
          <a:p>
            <a:r>
              <a:t>🎉 No long-term commitment</a:t>
            </a:r>
          </a:p>
          <a:p/>
          <a:p>
            <a:r>
              <a:t>WHY START NOW?</a:t>
            </a:r>
          </a:p>
          <a:p>
            <a:r>
              <a:t>⏰ Regulatory pressure increasing</a:t>
            </a:r>
          </a:p>
          <a:p>
            <a:r>
              <a:t>📈 Market opportunities expanding</a:t>
            </a:r>
          </a:p>
          <a:p>
            <a:r>
              <a:t>💰 Cost pressures rising</a:t>
            </a:r>
          </a:p>
          <a:p>
            <a:r>
              <a:t>🏆 Competitive advantage available</a:t>
            </a:r>
          </a:p>
          <a:p>
            <a:r>
              <a:t>🌱 Future-proofing your business</a:t>
            </a:r>
          </a:p>
          <a:p/>
          <a:p>
            <a:r>
              <a:t>DON'T WAIT - START TODAY!</a:t>
            </a:r>
          </a:p>
          <a:p>
            <a:r>
              <a:t>Every day you delay is money lost and opportunities missed. The sooner you start, the more you save.</a:t>
            </a:r>
          </a:p>
          <a:p/>
          <a:p>
            <a:r>
              <a:t>Contact Us:</a:t>
            </a:r>
          </a:p>
          <a:p>
            <a:r>
              <a:t>📧 info@carbonintelligence.com</a:t>
            </a:r>
          </a:p>
          <a:p>
            <a:r>
              <a:t>📞 +91-98765-43210</a:t>
            </a:r>
          </a:p>
          <a:p>
            <a:r>
              <a:t>🌐 www.carbonintelligence.com</a:t>
            </a:r>
          </a:p>
          <a:p>
            <a:r>
              <a:t>📱 Download our mobile app</a:t>
            </a:r>
          </a:p>
          <a:p/>
          <a:p>
            <a:r>
              <a:t>Questions &amp; Discussion</a:t>
            </a:r>
          </a:p>
          <a:p/>
          <a:p>
            <a:r>
              <a:t>Let's build a sustainable future together! 🌱</a:t>
            </a:r>
          </a:p>
          <a:p/>
          <a:p>
            <a:r>
              <a:t>Carbon Intelligence - Empowering MSMEs for a Greener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