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E7D32"/>
                </a:solidFill>
              </a:defRPr>
            </a:pPr>
            <a:r>
              <a:t>Carbon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Transform Your Business with Smart Sustainability</a:t>
            </a:r>
          </a:p>
          <a:p/>
          <a:p>
            <a:r>
              <a:t>Save Money • Access Green Finance • Build Competitive Advantage</a:t>
            </a:r>
          </a:p>
          <a:p/>
          <a:p>
            <a:r>
              <a:t>Powered by AI-Driven Carbon Intelligence Scoring</a:t>
            </a:r>
          </a:p>
          <a:p>
            <a:r>
              <a:t>For Micro, Small &amp; Medium Enterprises</a:t>
            </a:r>
          </a:p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Carbon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DESIGNED SPECIFICALLY FOR MSMEs</a:t>
            </a:r>
          </a:p>
          <a:p/>
          <a:p>
            <a:r>
              <a:t>The Problem:</a:t>
            </a:r>
          </a:p>
          <a:p>
            <a:r>
              <a:t>• High energy and resource costs eating into profits (15-25% of revenue)</a:t>
            </a:r>
          </a:p>
          <a:p>
            <a:r>
              <a:t>• Complex sustainability requirements and regulations</a:t>
            </a:r>
          </a:p>
          <a:p>
            <a:r>
              <a:t>• Expensive consultants and manual processes (₹2-5 lakh annually)</a:t>
            </a:r>
          </a:p>
          <a:p>
            <a:r>
              <a:t>• No clear visibility into environmental impact and costs</a:t>
            </a:r>
          </a:p>
          <a:p>
            <a:r>
              <a:t>• Difficulty accessing green finance and government incentives</a:t>
            </a:r>
          </a:p>
          <a:p/>
          <a:p>
            <a:r>
              <a:t>Our Solution:</a:t>
            </a:r>
          </a:p>
          <a:p>
            <a:r>
              <a:t>✅ AI-powered Carbon Intelligence Scoring (0-100 scale)</a:t>
            </a:r>
          </a:p>
          <a:p>
            <a:r>
              <a:t>✅ Real-time cost optimization insights and recommendations</a:t>
            </a:r>
          </a:p>
          <a:p>
            <a:r>
              <a:t>✅ Automated ESG compliance reporting and documentation</a:t>
            </a:r>
          </a:p>
          <a:p>
            <a:r>
              <a:t>✅ Direct access to green finance and government incentives</a:t>
            </a:r>
          </a:p>
          <a:p>
            <a:r>
              <a:t>✅ Mobile app for easy management and monitoring</a:t>
            </a:r>
          </a:p>
          <a:p/>
          <a:p>
            <a:r>
              <a:t>BENEFITS FOR YOUR BUSINESS:</a:t>
            </a:r>
          </a:p>
          <a:p>
            <a:r>
              <a:t>💰 Save 20-40% on operational costs annually</a:t>
            </a:r>
          </a:p>
          <a:p>
            <a:r>
              <a:t>📈 Increase profits through efficiency and optimization</a:t>
            </a:r>
          </a:p>
          <a:p>
            <a:r>
              <a:t>🏆 Build competitive advantage and market reputation</a:t>
            </a:r>
          </a:p>
          <a:p>
            <a:r>
              <a:t>🌱 Meet sustainability goals and regulatory compliance</a:t>
            </a:r>
          </a:p>
          <a:p>
            <a:r>
              <a:t>📊 Access to green finance with lower interest rates</a:t>
            </a:r>
          </a:p>
          <a:p>
            <a:r>
              <a:t>⚡ Easy-to-use mobile and web platform</a:t>
            </a:r>
          </a:p>
          <a:p>
            <a:r>
              <a:t>🎯 Personalized recommendations based on your industry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Intelligence 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AI-POWERED CARBON INTELLIGENCE SCORING</a:t>
            </a:r>
          </a:p>
          <a:p/>
          <a:p>
            <a:r>
              <a:t>SCORING METHODOLOGY (0-100 Scale):</a:t>
            </a:r>
          </a:p>
          <a:p>
            <a:r>
              <a:t>• Energy Efficiency (25%): Renewable energy usage, consumption patterns</a:t>
            </a:r>
          </a:p>
          <a:p>
            <a:r>
              <a:t>• Water Management (20%): Conservation, recycling, efficiency measures</a:t>
            </a:r>
          </a:p>
          <a:p>
            <a:r>
              <a:t>• Waste Management (20%): Reduction, recycling, circular economy</a:t>
            </a:r>
          </a:p>
          <a:p>
            <a:r>
              <a:t>• Transportation (15%): Green transport, logistics optimization</a:t>
            </a:r>
          </a:p>
          <a:p>
            <a:r>
              <a:t>• Materials &amp; Supply Chain (10%): Sustainable sourcing, efficiency</a:t>
            </a:r>
          </a:p>
          <a:p>
            <a:r>
              <a:t>• ESG Compliance (10%): Regulatory compliance, reporting</a:t>
            </a:r>
          </a:p>
          <a:p/>
          <a:p>
            <a:r>
              <a:t>REAL-TIME MONITORING:</a:t>
            </a:r>
          </a:p>
          <a:p>
            <a:r>
              <a:t>• Continuous data collection from SMS, emails, and transactions</a:t>
            </a:r>
          </a:p>
          <a:p>
            <a:r>
              <a:t>• AI-powered analysis and categorization</a:t>
            </a:r>
          </a:p>
          <a:p>
            <a:r>
              <a:t>• Automated carbon footprint calculation</a:t>
            </a:r>
          </a:p>
          <a:p>
            <a:r>
              <a:t>• Predictive analytics for future performance</a:t>
            </a:r>
          </a:p>
          <a:p/>
          <a:p>
            <a:r>
              <a:t>SCORING BENEFITS:</a:t>
            </a:r>
          </a:p>
          <a:p>
            <a:r>
              <a:t>• Higher scores = Better access to green finance</a:t>
            </a:r>
          </a:p>
          <a:p>
            <a:r>
              <a:t>• Lower interest rates on loans (1-3% reduction)</a:t>
            </a:r>
          </a:p>
          <a:p>
            <a:r>
              <a:t>• Priority processing and approval</a:t>
            </a:r>
          </a:p>
          <a:p>
            <a:r>
              <a:t>• Enhanced market reputation and credibility</a:t>
            </a:r>
          </a:p>
          <a:p>
            <a:r>
              <a:t>• Competitive advantage in tenders and contracts</a:t>
            </a:r>
          </a:p>
          <a:p/>
          <a:p>
            <a:r>
              <a:t>SCORE TIERS &amp; BENEFITS:</a:t>
            </a:r>
          </a:p>
          <a:p>
            <a:r>
              <a:t>• Platinum (90-100): 3% rate reduction, highest loan amounts</a:t>
            </a:r>
          </a:p>
          <a:p>
            <a:r>
              <a:t>• Gold (80-89): 2% rate reduction, priority processing</a:t>
            </a:r>
          </a:p>
          <a:p>
            <a:r>
              <a:t>• Silver (70-79): 1% rate reduction, standard processing</a:t>
            </a:r>
          </a:p>
          <a:p>
            <a:r>
              <a:t>• Bronze (60-69): 0.5% rate reduction, basic processing</a:t>
            </a:r>
          </a:p>
          <a:p>
            <a:r>
              <a:t>• Below 60: Improvement plan with support and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Savings &amp; Cost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PROVEN COST SAVINGS &amp; CARBON REDUCTION</a:t>
            </a:r>
          </a:p>
          <a:p/>
          <a:p>
            <a:r>
              <a:t>AVERAGE SAVINGS PER MSME:</a:t>
            </a:r>
          </a:p>
          <a:p>
            <a:r>
              <a:t>• Energy Costs: 25-40% reduction (₹75,000-₹3,00,000 annually)</a:t>
            </a:r>
          </a:p>
          <a:p>
            <a:r>
              <a:t>• Water Usage: 20-30% reduction (₹40,000-₹1,50,000 annually)</a:t>
            </a:r>
          </a:p>
          <a:p>
            <a:r>
              <a:t>• Waste Management: 35-50% reduction (₹25,000-₹1,00,000 annually)</a:t>
            </a:r>
          </a:p>
          <a:p>
            <a:r>
              <a:t>• Transportation: 15-25% reduction (₹30,000-₹1,50,000 annually)</a:t>
            </a:r>
          </a:p>
          <a:p>
            <a:r>
              <a:t>• Materials: 20-30% reduction (₹50,000-₹2,00,000 annually)</a:t>
            </a:r>
          </a:p>
          <a:p/>
          <a:p>
            <a:r>
              <a:t>TOTAL ANNUAL SAVINGS: ₹2,20,000 - ₹9,00,000 per MSME</a:t>
            </a:r>
          </a:p>
          <a:p/>
          <a:p>
            <a:r>
              <a:t>REAL CUSTOMER EXAMPLES:</a:t>
            </a:r>
          </a:p>
          <a:p/>
          <a:p>
            <a:r>
              <a:t>Manufacturing MSME (75 employees):</a:t>
            </a:r>
          </a:p>
          <a:p>
            <a:r>
              <a:t>• Energy savings: ₹2,50,000/year (40% reduction)</a:t>
            </a:r>
          </a:p>
          <a:p>
            <a:r>
              <a:t>• Water savings: ₹1,20,000/year (30% reduction)</a:t>
            </a:r>
          </a:p>
          <a:p>
            <a:r>
              <a:t>• Waste reduction: ₹80,000/year (45% reduction)</a:t>
            </a:r>
          </a:p>
          <a:p>
            <a:r>
              <a:t>• Total savings: ₹4,50,000/year</a:t>
            </a:r>
          </a:p>
          <a:p>
            <a:r>
              <a:t>• Carbon footprint reduction: 35%</a:t>
            </a:r>
          </a:p>
          <a:p/>
          <a:p>
            <a:r>
              <a:t>Textile MSME (50 employees):</a:t>
            </a:r>
          </a:p>
          <a:p>
            <a:r>
              <a:t>• Energy savings: ₹1,80,000/year (35% reduction)</a:t>
            </a:r>
          </a:p>
          <a:p>
            <a:r>
              <a:t>• Water savings: ₹90,000/year (25% reduction)</a:t>
            </a:r>
          </a:p>
          <a:p>
            <a:r>
              <a:t>• Material optimization: ₹1,50,000/year (30% reduction)</a:t>
            </a:r>
          </a:p>
          <a:p>
            <a:r>
              <a:t>• Total savings: ₹4,20,000/year</a:t>
            </a:r>
          </a:p>
          <a:p>
            <a:r>
              <a:t>• Carbon footprint reduction: 30%</a:t>
            </a:r>
          </a:p>
          <a:p/>
          <a:p>
            <a:r>
              <a:t>Food Processing MSME (40 employees):</a:t>
            </a:r>
          </a:p>
          <a:p>
            <a:r>
              <a:t>• Energy savings: ₹1,20,000/year (30% reduction)</a:t>
            </a:r>
          </a:p>
          <a:p>
            <a:r>
              <a:t>• Water savings: ₹60,000/year (20% reduction)</a:t>
            </a:r>
          </a:p>
          <a:p>
            <a:r>
              <a:t>• Waste reduction: ₹70,000/year (40% reduction)</a:t>
            </a:r>
          </a:p>
          <a:p>
            <a:r>
              <a:t>• Total savings: ₹2,50,000/year</a:t>
            </a:r>
          </a:p>
          <a:p>
            <a:r>
              <a:t>• Carbon footprint reduction: 25%</a:t>
            </a:r>
          </a:p>
          <a:p/>
          <a:p>
            <a:r>
              <a:t>ROI: 400-600% return on investment within first year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 Finance Access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🏦 COMPREHENSIVE GREEN FINANCE SOLUTIONS</a:t>
            </a:r>
          </a:p>
          <a:p/>
          <a:p>
            <a:r>
              <a:t>GREEN LOAN PRODUCTS:</a:t>
            </a:r>
          </a:p>
          <a:p>
            <a:r>
              <a:t>• Carbon Intelligence Green Loans: 1-3% lower interest rates</a:t>
            </a:r>
          </a:p>
          <a:p>
            <a:r>
              <a:t>• Solar Energy Loans: Up to ₹2 crores at 8-10% interest</a:t>
            </a:r>
          </a:p>
          <a:p>
            <a:r>
              <a:t>• Energy Efficiency Loans: Equipment financing at 9-11%</a:t>
            </a:r>
          </a:p>
          <a:p>
            <a:r>
              <a:t>• Water Conservation Loans: Infrastructure at 10-12%</a:t>
            </a:r>
          </a:p>
          <a:p>
            <a:r>
              <a:t>• Waste Management Loans: Technology at 11-13%</a:t>
            </a:r>
          </a:p>
          <a:p/>
          <a:p>
            <a:r>
              <a:t>SCORING-BASED BENEFITS:</a:t>
            </a:r>
          </a:p>
          <a:p>
            <a:r>
              <a:t>• Higher carbon scores = Better loan terms</a:t>
            </a:r>
          </a:p>
          <a:p>
            <a:r>
              <a:t>• Faster approval process (24-48 hours vs 7-14 days)</a:t>
            </a:r>
          </a:p>
          <a:p>
            <a:r>
              <a:t>• Reduced collateral requirements</a:t>
            </a:r>
          </a:p>
          <a:p>
            <a:r>
              <a:t>• Extended repayment periods</a:t>
            </a:r>
          </a:p>
          <a:p>
            <a:r>
              <a:t>• Priority customer support</a:t>
            </a:r>
          </a:p>
          <a:p/>
          <a:p>
            <a:r>
              <a:t>GOVERNMENT INCENTIVES:</a:t>
            </a:r>
          </a:p>
          <a:p>
            <a:r>
              <a:t>• Energy efficiency grants (up to ₹5 lakh)</a:t>
            </a:r>
          </a:p>
          <a:p>
            <a:r>
              <a:t>• Solar panel subsidies (30-40% of cost)</a:t>
            </a:r>
          </a:p>
          <a:p>
            <a:r>
              <a:t>• Water conservation incentives (up to ₹2 lakh)</a:t>
            </a:r>
          </a:p>
          <a:p>
            <a:r>
              <a:t>• Waste management grants (up to ₹3 lakh)</a:t>
            </a:r>
          </a:p>
          <a:p>
            <a:r>
              <a:t>• Green certification benefits and tax incentives</a:t>
            </a:r>
          </a:p>
          <a:p/>
          <a:p>
            <a:r>
              <a:t>CARBON CREDIT TRADING:</a:t>
            </a:r>
          </a:p>
          <a:p>
            <a:r>
              <a:t>• Earn money by reducing emissions</a:t>
            </a:r>
          </a:p>
          <a:p>
            <a:r>
              <a:t>• Sell carbon credits to other companies</a:t>
            </a:r>
          </a:p>
          <a:p>
            <a:r>
              <a:t>• Offset remaining emissions cost-effectively</a:t>
            </a:r>
          </a:p>
          <a:p>
            <a:r>
              <a:t>• Additional revenue stream (₹50,000-₹2,00,000 annually)</a:t>
            </a:r>
          </a:p>
          <a:p>
            <a:r>
              <a:t>• Environmental impact monetization</a:t>
            </a:r>
          </a:p>
          <a:p/>
          <a:p>
            <a:r>
              <a:t>BANKING PARTNERSHIPS:</a:t>
            </a:r>
          </a:p>
          <a:p>
            <a:r>
              <a:t>• Direct access to partner banks</a:t>
            </a:r>
          </a:p>
          <a:p>
            <a:r>
              <a:t>• Pre-approved green loan products</a:t>
            </a:r>
          </a:p>
          <a:p>
            <a:r>
              <a:t>• Dedicated relationship managers</a:t>
            </a:r>
          </a:p>
          <a:p>
            <a:r>
              <a:t>• Streamlined application process</a:t>
            </a:r>
          </a:p>
          <a:p>
            <a:r>
              <a:t>• Competitive interest rates</a:t>
            </a:r>
          </a:p>
          <a:p/>
          <a:p>
            <a:r>
              <a:t>SUCCESS STORY:</a:t>
            </a:r>
          </a:p>
          <a:p>
            <a:r>
              <a:t>"Through Carbon Intelligence, we got a green loan at 2.5% lower interest rate, saving ₹3.6 lakh annually on our ₹1.5 crore loan. The platform helped us qualify by tracking our sustainability improvements." - Rajesh Kumar, EcoTech Manufacturing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Trading &amp; Additional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🌍 CARBON CREDIT TRADING OPPORTUNITIES</a:t>
            </a:r>
          </a:p>
          <a:p/>
          <a:p>
            <a:r>
              <a:t>CARBON CREDIT MARKETPLACE:</a:t>
            </a:r>
          </a:p>
          <a:p>
            <a:r>
              <a:t>• Verified carbon credits from your sustainability efforts</a:t>
            </a:r>
          </a:p>
          <a:p>
            <a:r>
              <a:t>• Real-time pricing and market data</a:t>
            </a:r>
          </a:p>
          <a:p>
            <a:r>
              <a:t>• Automated trading and portfolio management</a:t>
            </a:r>
          </a:p>
          <a:p>
            <a:r>
              <a:t>• Additional revenue stream for your business</a:t>
            </a:r>
          </a:p>
          <a:p/>
          <a:p>
            <a:r>
              <a:t>OFFSET PROJECTS:</a:t>
            </a:r>
          </a:p>
          <a:p>
            <a:r>
              <a:t>• Renewable Energy: Solar, wind, hydro projects</a:t>
            </a:r>
          </a:p>
          <a:p>
            <a:r>
              <a:t>• Reforestation: Tree planting and forest conservation</a:t>
            </a:r>
          </a:p>
          <a:p>
            <a:r>
              <a:t>• Energy Efficiency: Building and industrial efficiency</a:t>
            </a:r>
          </a:p>
          <a:p>
            <a:r>
              <a:t>• Waste Management: Methane capture and utilization</a:t>
            </a:r>
          </a:p>
          <a:p>
            <a:r>
              <a:t>• Transportation: Electric vehicle and fuel efficiency</a:t>
            </a:r>
          </a:p>
          <a:p/>
          <a:p>
            <a:r>
              <a:t>FINANCIAL BENEFITS:</a:t>
            </a:r>
          </a:p>
          <a:p>
            <a:r>
              <a:t>• Earn ₹50-200 per ton of CO2 reduced</a:t>
            </a:r>
          </a:p>
          <a:p>
            <a:r>
              <a:t>• Average MSME can earn ₹50,000-₹2,00,000 annually</a:t>
            </a:r>
          </a:p>
          <a:p>
            <a:r>
              <a:t>• Additional working capital for business growth</a:t>
            </a:r>
          </a:p>
          <a:p>
            <a:r>
              <a:t>• Enhanced sustainability credentials</a:t>
            </a:r>
          </a:p>
          <a:p>
            <a:r>
              <a:t>• Competitive advantage in green markets</a:t>
            </a:r>
          </a:p>
          <a:p/>
          <a:p>
            <a:r>
              <a:t>TRADING OPPORTUNITIES:</a:t>
            </a:r>
          </a:p>
          <a:p>
            <a:r>
              <a:t>• Sell excess carbon credits to other companies</a:t>
            </a:r>
          </a:p>
          <a:p>
            <a:r>
              <a:t>• Offset remaining emissions cost-effectively</a:t>
            </a:r>
          </a:p>
          <a:p>
            <a:r>
              <a:t>• Carbon credit-backed loans and financing</a:t>
            </a:r>
          </a:p>
          <a:p>
            <a:r>
              <a:t>• Market making and liquidity provision</a:t>
            </a:r>
          </a:p>
          <a:p>
            <a:r>
              <a:t>• Advisory services for carbon strategies</a:t>
            </a:r>
          </a:p>
          <a:p/>
          <a:p>
            <a:r>
              <a:t>REAL EXAMPLES:</a:t>
            </a:r>
          </a:p>
          <a:p>
            <a:r>
              <a:t>• Manufacturing MSME: Earned ₹1,50,000 from carbon credits</a:t>
            </a:r>
          </a:p>
          <a:p>
            <a:r>
              <a:t>• Textile MSME: Generated ₹1,20,000 additional revenue</a:t>
            </a:r>
          </a:p>
          <a:p>
            <a:r>
              <a:t>• Food Processing MSME: Created ₹80,000 new income stream</a:t>
            </a:r>
          </a:p>
          <a:p>
            <a:r>
              <a:t>• Average additional revenue: ₹1,00,000-₹2,00,000 annually</a:t>
            </a:r>
          </a:p>
          <a:p/>
          <a:p>
            <a:r>
              <a:t>REGULATORY COMPLIANCE:</a:t>
            </a:r>
          </a:p>
          <a:p>
            <a:r>
              <a:t>• Verified Carbon Standard (VCS) compliance</a:t>
            </a:r>
          </a:p>
          <a:p>
            <a:r>
              <a:t>• Gold Standard certification support</a:t>
            </a:r>
          </a:p>
          <a:p>
            <a:r>
              <a:t>• Local carbon market regulations</a:t>
            </a:r>
          </a:p>
          <a:p>
            <a:r>
              <a:t>• International carbon trading standards</a:t>
            </a:r>
          </a:p>
          <a:p>
            <a:r>
              <a:t>• Automated reporting and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Easy Implementation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SIMPLE 3-STEP PROCESS</a:t>
            </a:r>
          </a:p>
          <a:p/>
          <a:p>
            <a:r>
              <a:t>Step 1: Quick Setup (1 day)</a:t>
            </a:r>
          </a:p>
          <a:p>
            <a:r>
              <a:t>• Download mobile app or access web platform</a:t>
            </a:r>
          </a:p>
          <a:p>
            <a:r>
              <a:t>• Create account with basic company information</a:t>
            </a:r>
          </a:p>
          <a:p>
            <a:r>
              <a:t>• Connect your business email and phone</a:t>
            </a:r>
          </a:p>
          <a:p>
            <a:r>
              <a:t>• Upload recent utility bills and invoices</a:t>
            </a:r>
          </a:p>
          <a:p/>
          <a:p>
            <a:r>
              <a:t>Step 2: Data Integration (1 week)</a:t>
            </a:r>
          </a:p>
          <a:p>
            <a:r>
              <a:t>• Our AI analyzes your historical data</a:t>
            </a:r>
          </a:p>
          <a:p>
            <a:r>
              <a:t>• Automatic categorization of expenses</a:t>
            </a:r>
          </a:p>
          <a:p>
            <a:r>
              <a:t>• Initial carbon footprint calculation</a:t>
            </a:r>
          </a:p>
          <a:p>
            <a:r>
              <a:t>• Personalized recommendations generated</a:t>
            </a:r>
          </a:p>
          <a:p/>
          <a:p>
            <a:r>
              <a:t>Step 3: Start Saving (Immediately)</a:t>
            </a:r>
          </a:p>
          <a:p>
            <a:r>
              <a:t>• Begin implementing recommendations</a:t>
            </a:r>
          </a:p>
          <a:p>
            <a:r>
              <a:t>• Track real-time savings and improvements</a:t>
            </a:r>
          </a:p>
          <a:p>
            <a:r>
              <a:t>• Access green finance opportunities</a:t>
            </a:r>
          </a:p>
          <a:p>
            <a:r>
              <a:t>• Generate professional reports</a:t>
            </a:r>
          </a:p>
          <a:p/>
          <a:p>
            <a:r>
              <a:t>ROI CALCULATION:</a:t>
            </a:r>
          </a:p>
          <a:p>
            <a:r>
              <a:t>• Platform Cost: ₹2,999-₹7,999 per month</a:t>
            </a:r>
          </a:p>
          <a:p>
            <a:r>
              <a:t>• Average Savings: ₹2,20,000-₹9,00,000 annually</a:t>
            </a:r>
          </a:p>
          <a:p>
            <a:r>
              <a:t>• ROI: 400-600% in first year</a:t>
            </a:r>
          </a:p>
          <a:p>
            <a:r>
              <a:t>• Payback Period: 2-3 months</a:t>
            </a:r>
          </a:p>
          <a:p>
            <a:r>
              <a:t>• Break-even: Immediate</a:t>
            </a:r>
          </a:p>
          <a:p/>
          <a:p>
            <a:r>
              <a:t>QUICK WINS (First 30 days):</a:t>
            </a:r>
          </a:p>
          <a:p>
            <a:r>
              <a:t>• 15-20% immediate cost savings</a:t>
            </a:r>
          </a:p>
          <a:p>
            <a:r>
              <a:t>• Clear visibility into spending patterns</a:t>
            </a:r>
          </a:p>
          <a:p>
            <a:r>
              <a:t>• First sustainability report generated</a:t>
            </a:r>
          </a:p>
          <a:p>
            <a:r>
              <a:t>• Access to green finance options</a:t>
            </a:r>
          </a:p>
          <a:p>
            <a:r>
              <a:t>• Improved operational efficiency</a:t>
            </a:r>
          </a:p>
          <a:p/>
          <a:p>
            <a:r>
              <a:t>ONBOARDING SUPPORT:</a:t>
            </a:r>
          </a:p>
          <a:p>
            <a:r>
              <a:t>✅ Free setup and training</a:t>
            </a:r>
          </a:p>
          <a:p>
            <a:r>
              <a:t>✅ Dedicated account manager</a:t>
            </a:r>
          </a:p>
          <a:p>
            <a:r>
              <a:t>✅ 24/7 customer support</a:t>
            </a:r>
          </a:p>
          <a:p>
            <a:r>
              <a:t>✅ Video tutorials and guides</a:t>
            </a:r>
          </a:p>
          <a:p>
            <a:r>
              <a:t>✅ Regular check-ins and optimization</a:t>
            </a:r>
          </a:p>
          <a:p/>
          <a:p>
            <a:r>
              <a:t>NO TECHNICAL EXPERTISE REQUIRED:</a:t>
            </a:r>
          </a:p>
          <a:p>
            <a:r>
              <a:t>• User-friendly interface</a:t>
            </a:r>
          </a:p>
          <a:p>
            <a:r>
              <a:t>• Mobile app for easy access</a:t>
            </a:r>
          </a:p>
          <a:p>
            <a:r>
              <a:t>• Automated data processing</a:t>
            </a:r>
          </a:p>
          <a:p>
            <a:r>
              <a:t>• Clear instructions and guidance</a:t>
            </a:r>
          </a:p>
          <a:p>
            <a:r>
              <a:t>• Ongoing support and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Stories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REAL CUSTOMER RESULTS</a:t>
            </a:r>
          </a:p>
          <a:p/>
          <a:p>
            <a:r>
              <a:t>Case Study 1: EcoTech Manufacturing</a:t>
            </a:r>
          </a:p>
          <a:p>
            <a:r>
              <a:t>• Industry: Electronics manufacturing</a:t>
            </a:r>
          </a:p>
          <a:p>
            <a:r>
              <a:t>• Employees: 75</a:t>
            </a:r>
          </a:p>
          <a:p>
            <a:r>
              <a:t>• Carbon Score: 85 (Gold tier)</a:t>
            </a:r>
          </a:p>
          <a:p>
            <a:r>
              <a:t>• Results after 6 months:</a:t>
            </a:r>
          </a:p>
          <a:p>
            <a:r>
              <a:t>  - 40% reduction in energy costs (₹2,50,000 saved)</a:t>
            </a:r>
          </a:p>
          <a:p>
            <a:r>
              <a:t>  - 30% reduction in water usage (₹1,20,000 saved)</a:t>
            </a:r>
          </a:p>
          <a:p>
            <a:r>
              <a:t>  - 45% reduction in waste generation (₹80,000 saved)</a:t>
            </a:r>
          </a:p>
          <a:p>
            <a:r>
              <a:t>  - 50% improvement in sustainability score</a:t>
            </a:r>
          </a:p>
          <a:p>
            <a:r>
              <a:t>  - Secured green loan at 2.5% lower interest rate</a:t>
            </a:r>
          </a:p>
          <a:p>
            <a:r>
              <a:t>  - Earned ₹1,50,000 from carbon credit trading</a:t>
            </a:r>
          </a:p>
          <a:p>
            <a:r>
              <a:t>  - Total annual savings: ₹6,00,000</a:t>
            </a:r>
          </a:p>
          <a:p/>
          <a:p>
            <a:r>
              <a:t>Case Study 2: GreenTextile Ltd</a:t>
            </a:r>
          </a:p>
          <a:p>
            <a:r>
              <a:t>• Industry: Textile manufacturing</a:t>
            </a:r>
          </a:p>
          <a:p>
            <a:r>
              <a:t>• Employees: 100</a:t>
            </a:r>
          </a:p>
          <a:p>
            <a:r>
              <a:t>• Carbon Score: 78 (Silver tier)</a:t>
            </a:r>
          </a:p>
          <a:p>
            <a:r>
              <a:t>• Results after 4 months:</a:t>
            </a:r>
          </a:p>
          <a:p>
            <a:r>
              <a:t>  - 35% reduction in energy consumption</a:t>
            </a:r>
          </a:p>
          <a:p>
            <a:r>
              <a:t>  - 25% reduction in water usage</a:t>
            </a:r>
          </a:p>
          <a:p>
            <a:r>
              <a:t>  - 30% reduction in waste generation</a:t>
            </a:r>
          </a:p>
          <a:p>
            <a:r>
              <a:t>  - 45% improvement in sustainability score</a:t>
            </a:r>
          </a:p>
          <a:p>
            <a:r>
              <a:t>  - Access to carbon credit trading</a:t>
            </a:r>
          </a:p>
          <a:p>
            <a:r>
              <a:t>  - Generated ₹1,20,000 additional revenue</a:t>
            </a:r>
          </a:p>
          <a:p>
            <a:r>
              <a:t>  - Total annual savings: ₹4,20,000</a:t>
            </a:r>
          </a:p>
          <a:p/>
          <a:p>
            <a:r>
              <a:t>Case Study 3: FreshFoods Pvt Ltd</a:t>
            </a:r>
          </a:p>
          <a:p>
            <a:r>
              <a:t>• Industry: Food processing</a:t>
            </a:r>
          </a:p>
          <a:p>
            <a:r>
              <a:t>• Employees: 50</a:t>
            </a:r>
          </a:p>
          <a:p>
            <a:r>
              <a:t>• Carbon Score: 72 (Silver tier)</a:t>
            </a:r>
          </a:p>
          <a:p>
            <a:r>
              <a:t>• Results after 3 months:</a:t>
            </a:r>
          </a:p>
          <a:p>
            <a:r>
              <a:t>  - 30% reduction in energy costs</a:t>
            </a:r>
          </a:p>
          <a:p>
            <a:r>
              <a:t>  - 20% reduction in water usage</a:t>
            </a:r>
          </a:p>
          <a:p>
            <a:r>
              <a:t>  - 40% reduction in waste disposal costs</a:t>
            </a:r>
          </a:p>
          <a:p>
            <a:r>
              <a:t>  - 35% improvement in carbon score</a:t>
            </a:r>
          </a:p>
          <a:p>
            <a:r>
              <a:t>  - Enhanced market reputation</a:t>
            </a:r>
          </a:p>
          <a:p>
            <a:r>
              <a:t>  - Created ₹80,000 new income stream</a:t>
            </a:r>
          </a:p>
          <a:p>
            <a:r>
              <a:t>  - Total annual savings: ₹2,50,000</a:t>
            </a:r>
          </a:p>
          <a:p/>
          <a:p>
            <a:r>
              <a:t>CUSTOMER TESTIMONIALS:</a:t>
            </a:r>
          </a:p>
          <a:p>
            <a:r>
              <a:t>"Carbon Intelligence helped us reduce our operational costs by 40% in just 6 months. The platform is easy to use and the insights are invaluable." - Priya Sharma, GreenTextile Ltd</a:t>
            </a:r>
          </a:p>
          <a:p/>
          <a:p>
            <a:r>
              <a:t>"We saved ₹3.6 lakh annually on our loan interest rate by qualifying for a green loan through this platform." - Rajesh Kumar, EcoTech Manufacturing</a:t>
            </a:r>
          </a:p>
          <a:p/>
          <a:p>
            <a:r>
              <a:t>"The carbon credit trading feature created an additional revenue stream of ₹1.5 lakh annually." - Amit Patel, FreshFoods Pvt Ltd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Affordable Pricing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💳 FLEXIBLE PRICING OPTIONS</a:t>
            </a:r>
          </a:p>
          <a:p/>
          <a:p>
            <a:r>
              <a:t>STARTER PLAN - ₹2,999/month</a:t>
            </a:r>
          </a:p>
          <a:p>
            <a:r>
              <a:t>• Up to 25 employees</a:t>
            </a:r>
          </a:p>
          <a:p>
            <a:r>
              <a:t>• Basic carbon tracking and scoring</a:t>
            </a:r>
          </a:p>
          <a:p>
            <a:r>
              <a:t>• Monthly sustainability report</a:t>
            </a:r>
          </a:p>
          <a:p>
            <a:r>
              <a:t>• Mobile app access</a:t>
            </a:r>
          </a:p>
          <a:p>
            <a:r>
              <a:t>• Email support</a:t>
            </a:r>
          </a:p>
          <a:p>
            <a:r>
              <a:t>• Perfect for small businesses</a:t>
            </a:r>
          </a:p>
          <a:p/>
          <a:p>
            <a:r>
              <a:t>PROFESSIONAL PLAN - ₹4,999/month</a:t>
            </a:r>
          </a:p>
          <a:p>
            <a:r>
              <a:t>• Up to 100 employees</a:t>
            </a:r>
          </a:p>
          <a:p>
            <a:r>
              <a:t>• Advanced analytics and insights</a:t>
            </a:r>
          </a:p>
          <a:p>
            <a:r>
              <a:t>• Quarterly sustainability reports</a:t>
            </a:r>
          </a:p>
          <a:p>
            <a:r>
              <a:t>• Carbon trading access</a:t>
            </a:r>
          </a:p>
          <a:p>
            <a:r>
              <a:t>• Priority support</a:t>
            </a:r>
          </a:p>
          <a:p>
            <a:r>
              <a:t>• API integration</a:t>
            </a:r>
          </a:p>
          <a:p>
            <a:r>
              <a:t>• Most popular choice</a:t>
            </a:r>
          </a:p>
          <a:p/>
          <a:p>
            <a:r>
              <a:t>ENTERPRISE PLAN - ₹7,999/month</a:t>
            </a:r>
          </a:p>
          <a:p>
            <a:r>
              <a:t>• Unlimited employees</a:t>
            </a:r>
          </a:p>
          <a:p>
            <a:r>
              <a:t>• Full platform features</a:t>
            </a:r>
          </a:p>
          <a:p>
            <a:r>
              <a:t>• Custom reporting and analytics</a:t>
            </a:r>
          </a:p>
          <a:p>
            <a:r>
              <a:t>• Dedicated account manager</a:t>
            </a:r>
          </a:p>
          <a:p>
            <a:r>
              <a:t>• White-label options</a:t>
            </a:r>
          </a:p>
          <a:p>
            <a:r>
              <a:t>• Advanced integrations</a:t>
            </a:r>
          </a:p>
          <a:p>
            <a:r>
              <a:t>• Perfect for growing businesses</a:t>
            </a:r>
          </a:p>
          <a:p/>
          <a:p>
            <a:r>
              <a:t>SPECIAL OFFERS:</a:t>
            </a:r>
          </a:p>
          <a:p>
            <a:r>
              <a:t>🎉 30-day free trial (no credit card required)</a:t>
            </a:r>
          </a:p>
          <a:p>
            <a:r>
              <a:t>🎉 20% discount for annual payment</a:t>
            </a:r>
          </a:p>
          <a:p>
            <a:r>
              <a:t>🎉 First 3 months at 50% off</a:t>
            </a:r>
          </a:p>
          <a:p>
            <a:r>
              <a:t>🎉 Free setup and training</a:t>
            </a:r>
          </a:p>
          <a:p>
            <a:r>
              <a:t>🎉 No long-term contracts</a:t>
            </a:r>
          </a:p>
          <a:p/>
          <a:p>
            <a:r>
              <a:t>ADDITIONAL SERVICES:</a:t>
            </a:r>
          </a:p>
          <a:p>
            <a:r>
              <a:t>• Sustainability consulting: ₹25,000-₹1,00,000</a:t>
            </a:r>
          </a:p>
          <a:p>
            <a:r>
              <a:t>• ESG report generation: ₹15,000-₹50,000</a:t>
            </a:r>
          </a:p>
          <a:p>
            <a:r>
              <a:t>• Carbon credit trading: 2-5% commission</a:t>
            </a:r>
          </a:p>
          <a:p>
            <a:r>
              <a:t>• Green loan facilitation: No additional cost</a:t>
            </a:r>
          </a:p>
          <a:p>
            <a:r>
              <a:t>• Training and workshops: ₹10,000-₹25,000</a:t>
            </a:r>
          </a:p>
          <a:p/>
          <a:p>
            <a:r>
              <a:t>MONEY-BACK GUARANTEE:</a:t>
            </a:r>
          </a:p>
          <a:p>
            <a:r>
              <a:t>If you don't save at least 5x your subscription cost in the first year, we'll refund your money. No questions asked.</a:t>
            </a:r>
          </a:p>
          <a:p/>
          <a:p>
            <a:r>
              <a:t>ROI GUARANTEE:</a:t>
            </a:r>
          </a:p>
          <a:p>
            <a:r>
              <a:t>Average customer saves ₹2,20,000-₹9,00,000 annually with platform cost of ₹36,000-₹96,000.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Start Your Sustainability Journey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⏰ URGENT BUSINESS IMPERATIVES</a:t>
            </a:r>
          </a:p>
          <a:p/>
          <a:p>
            <a:r>
              <a:t>REGULATORY PRESSURE:</a:t>
            </a:r>
          </a:p>
          <a:p>
            <a:r>
              <a:t>• BRSR compliance mandatory for large companies</a:t>
            </a:r>
          </a:p>
          <a:p>
            <a:r>
              <a:t>• ESG reporting requirements increasing</a:t>
            </a:r>
          </a:p>
          <a:p>
            <a:r>
              <a:t>• Carbon credit trading scheme launched</a:t>
            </a:r>
          </a:p>
          <a:p>
            <a:r>
              <a:t>• Government incentives available now</a:t>
            </a:r>
          </a:p>
          <a:p>
            <a:r>
              <a:t>• Penalties for non-compliance</a:t>
            </a:r>
          </a:p>
          <a:p/>
          <a:p>
            <a:r>
              <a:t>MARKET OPPORTUNITIES:</a:t>
            </a:r>
          </a:p>
          <a:p>
            <a:r>
              <a:t>• Customers prefer sustainable businesses</a:t>
            </a:r>
          </a:p>
          <a:p>
            <a:r>
              <a:t>• Green finance options expanding rapidly</a:t>
            </a:r>
          </a:p>
          <a:p>
            <a:r>
              <a:t>• Competitive advantage opportunity</a:t>
            </a:r>
          </a:p>
          <a:p>
            <a:r>
              <a:t>• Investor interest in ESG companies</a:t>
            </a:r>
          </a:p>
          <a:p>
            <a:r>
              <a:t>• Supply chain sustainability requirements</a:t>
            </a:r>
          </a:p>
          <a:p/>
          <a:p>
            <a:r>
              <a:t>COST PRESSURES:</a:t>
            </a:r>
          </a:p>
          <a:p>
            <a:r>
              <a:t>• Rising energy and resource costs</a:t>
            </a:r>
          </a:p>
          <a:p>
            <a:r>
              <a:t>• Waste disposal costs increasing</a:t>
            </a:r>
          </a:p>
          <a:p>
            <a:r>
              <a:t>• Water scarcity and pricing</a:t>
            </a:r>
          </a:p>
          <a:p>
            <a:r>
              <a:t>• Transportation costs rising</a:t>
            </a:r>
          </a:p>
          <a:p>
            <a:r>
              <a:t>• Material costs fluctuating</a:t>
            </a:r>
          </a:p>
          <a:p/>
          <a:p>
            <a:r>
              <a:t>COMPETITIVE ADVANTAGE:</a:t>
            </a:r>
          </a:p>
          <a:p>
            <a:r>
              <a:t>• First-mover advantage in sustainability</a:t>
            </a:r>
          </a:p>
          <a:p>
            <a:r>
              <a:t>• Enhanced brand reputation and credibility</a:t>
            </a:r>
          </a:p>
          <a:p>
            <a:r>
              <a:t>• Customer loyalty and retention</a:t>
            </a:r>
          </a:p>
          <a:p>
            <a:r>
              <a:t>• Access to new markets and opportunities</a:t>
            </a:r>
          </a:p>
          <a:p>
            <a:r>
              <a:t>• Attract top talent and investors</a:t>
            </a:r>
          </a:p>
          <a:p/>
          <a:p>
            <a:r>
              <a:t>FUTURE-PROOFING:</a:t>
            </a:r>
          </a:p>
          <a:p>
            <a:r>
              <a:t>• Prepare for stricter regulations</a:t>
            </a:r>
          </a:p>
          <a:p>
            <a:r>
              <a:t>• Build sustainable business model</a:t>
            </a:r>
          </a:p>
          <a:p>
            <a:r>
              <a:t>• Reduce operational risks</a:t>
            </a:r>
          </a:p>
          <a:p>
            <a:r>
              <a:t>• Create long-term value</a:t>
            </a:r>
          </a:p>
          <a:p>
            <a:r>
              <a:t>• Stay ahead of competition</a:t>
            </a:r>
          </a:p>
          <a:p/>
          <a:p>
            <a:r>
              <a:t>IMMEDIATE BENEFITS:</a:t>
            </a:r>
          </a:p>
          <a:p>
            <a:r>
              <a:t>✅ Start saving money from day 1</a:t>
            </a:r>
          </a:p>
          <a:p>
            <a:r>
              <a:t>✅ Access to green finance immediately</a:t>
            </a:r>
          </a:p>
          <a:p>
            <a:r>
              <a:t>✅ Improve operational efficiency</a:t>
            </a:r>
          </a:p>
          <a:p>
            <a:r>
              <a:t>✅ Build competitive advantage</a:t>
            </a:r>
          </a:p>
          <a:p>
            <a:r>
              <a:t>✅ Meet customer expectations</a:t>
            </a:r>
          </a:p>
          <a:p/>
          <a:p>
            <a:r>
              <a:t>DON'T WAIT - START TODAY!</a:t>
            </a:r>
          </a:p>
          <a:p>
            <a:r>
              <a:t>Every day you delay is money lost and opportunities missed. The sooner you start, the more you save.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Get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SIMPLE 3-STEP PROCESS</a:t>
            </a:r>
          </a:p>
          <a:p/>
          <a:p>
            <a:r>
              <a:t>Step 1: Sign Up (5 minutes)</a:t>
            </a:r>
          </a:p>
          <a:p>
            <a:r>
              <a:t>• Visit www.carbonintelligence.com</a:t>
            </a:r>
          </a:p>
          <a:p>
            <a:r>
              <a:t>• Click "Start Free Trial"</a:t>
            </a:r>
          </a:p>
          <a:p>
            <a:r>
              <a:t>• Enter your company details</a:t>
            </a:r>
          </a:p>
          <a:p>
            <a:r>
              <a:t>• Choose your plan</a:t>
            </a:r>
          </a:p>
          <a:p>
            <a:r>
              <a:t>• No credit card required for trial</a:t>
            </a:r>
          </a:p>
          <a:p/>
          <a:p>
            <a:r>
              <a:t>Step 2: Quick Setup (1 day)</a:t>
            </a:r>
          </a:p>
          <a:p>
            <a:r>
              <a:t>• Download mobile app</a:t>
            </a:r>
          </a:p>
          <a:p>
            <a:r>
              <a:t>• Connect your business accounts</a:t>
            </a:r>
          </a:p>
          <a:p>
            <a:r>
              <a:t>• Upload recent bills and invoices</a:t>
            </a:r>
          </a:p>
          <a:p>
            <a:r>
              <a:t>• Our AI analyzes your data</a:t>
            </a:r>
          </a:p>
          <a:p>
            <a:r>
              <a:t>• Get initial recommendations</a:t>
            </a:r>
          </a:p>
          <a:p/>
          <a:p>
            <a:r>
              <a:t>Step 3: Start Saving (Immediately)</a:t>
            </a:r>
          </a:p>
          <a:p>
            <a:r>
              <a:t>• Implement first recommendations</a:t>
            </a:r>
          </a:p>
          <a:p>
            <a:r>
              <a:t>• Track your progress</a:t>
            </a:r>
          </a:p>
          <a:p>
            <a:r>
              <a:t>• Access green finance options</a:t>
            </a:r>
          </a:p>
          <a:p>
            <a:r>
              <a:t>• Generate your first report</a:t>
            </a:r>
          </a:p>
          <a:p>
            <a:r>
              <a:t>• Begin your sustainability journey</a:t>
            </a:r>
          </a:p>
          <a:p/>
          <a:p>
            <a:r>
              <a:t>WHAT HAPPENS NEXT:</a:t>
            </a:r>
          </a:p>
          <a:p>
            <a:r>
              <a:t>• Welcome call from our team</a:t>
            </a:r>
          </a:p>
          <a:p>
            <a:r>
              <a:t>• Free setup and training session</a:t>
            </a:r>
          </a:p>
          <a:p>
            <a:r>
              <a:t>• Access to all platform features</a:t>
            </a:r>
          </a:p>
          <a:p>
            <a:r>
              <a:t>• Regular check-ins and support</a:t>
            </a:r>
          </a:p>
          <a:p>
            <a:r>
              <a:t>• Continuous optimization</a:t>
            </a:r>
          </a:p>
          <a:p/>
          <a:p>
            <a:r>
              <a:t>SUPPORT AVAILABLE:</a:t>
            </a:r>
          </a:p>
          <a:p>
            <a:r>
              <a:t>📞 Phone: +91-98765-43210</a:t>
            </a:r>
          </a:p>
          <a:p>
            <a:r>
              <a:t>📧 Email: support@carbonintelligence.com</a:t>
            </a:r>
          </a:p>
          <a:p>
            <a:r>
              <a:t>💬 Live chat on website</a:t>
            </a:r>
          </a:p>
          <a:p>
            <a:r>
              <a:t>📱 In-app support</a:t>
            </a:r>
          </a:p>
          <a:p>
            <a:r>
              <a:t>🎥 Video tutorials and guides</a:t>
            </a:r>
          </a:p>
          <a:p/>
          <a:p>
            <a:r>
              <a:t>SPECIAL LAUNCH OFFER:</a:t>
            </a:r>
          </a:p>
          <a:p>
            <a:r>
              <a:t>🎉 30-day free trial</a:t>
            </a:r>
          </a:p>
          <a:p>
            <a:r>
              <a:t>🎉 50% off first 3 months</a:t>
            </a:r>
          </a:p>
          <a:p>
            <a:r>
              <a:t>🎉 Free setup and training</a:t>
            </a:r>
          </a:p>
          <a:p>
            <a:r>
              <a:t>🎉 Money-back guarantee</a:t>
            </a:r>
          </a:p>
          <a:p>
            <a:r>
              <a:t>🎉 No long-term commitment</a:t>
            </a:r>
          </a:p>
          <a:p/>
          <a:p>
            <a:r>
              <a:t>READY TO START?</a:t>
            </a:r>
          </a:p>
          <a:p>
            <a:r>
              <a:t>Visit www.carbonintelligence.com today and begin your sustainability transformation!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🌱 TRANSFORM YOUR BUSINESS TODAY</a:t>
            </a:r>
          </a:p>
          <a:p/>
          <a:p>
            <a:r>
              <a:t>Key Takeaways:</a:t>
            </a:r>
          </a:p>
          <a:p>
            <a:r>
              <a:t>✅ Save 20-40% on operational costs</a:t>
            </a:r>
          </a:p>
          <a:p>
            <a:r>
              <a:t>✅ Access green finance with lower interest rates</a:t>
            </a:r>
          </a:p>
          <a:p>
            <a:r>
              <a:t>✅ Build competitive advantage and market reputation</a:t>
            </a:r>
          </a:p>
          <a:p>
            <a:r>
              <a:t>✅ Meet sustainability goals and regulatory compliance</a:t>
            </a:r>
          </a:p>
          <a:p>
            <a:r>
              <a:t>✅ Easy-to-use platform with AI-powered insights</a:t>
            </a:r>
          </a:p>
          <a:p>
            <a:r>
              <a:t>✅ Additional revenue from carbon credit trading</a:t>
            </a:r>
          </a:p>
          <a:p/>
          <a:p>
            <a:r>
              <a:t>Ready to Start?</a:t>
            </a:r>
          </a:p>
          <a:p>
            <a:r>
              <a:t>• 30-day free trial</a:t>
            </a:r>
          </a:p>
          <a:p>
            <a:r>
              <a:t>• No credit card required</a:t>
            </a:r>
          </a:p>
          <a:p>
            <a:r>
              <a:t>• Immediate cost savings</a:t>
            </a:r>
          </a:p>
          <a:p>
            <a:r>
              <a:t>• Professional support</a:t>
            </a:r>
          </a:p>
          <a:p>
            <a:r>
              <a:t>• Money-back guarantee</a:t>
            </a:r>
          </a:p>
          <a:p/>
          <a:p>
            <a:r>
              <a:t>Contact Us:</a:t>
            </a:r>
          </a:p>
          <a:p>
            <a:r>
              <a:t>📧 info@carbonintelligence.com</a:t>
            </a:r>
          </a:p>
          <a:p>
            <a:r>
              <a:t>📞 +91-98765-43210</a:t>
            </a:r>
          </a:p>
          <a:p>
            <a:r>
              <a:t>🌐 www.carbonintelligence.com</a:t>
            </a:r>
          </a:p>
          <a:p>
            <a:r>
              <a:t>📱 Download our mobile app</a:t>
            </a:r>
          </a:p>
          <a:p/>
          <a:p>
            <a:r>
              <a:t>Questions &amp; Discussion</a:t>
            </a:r>
          </a:p>
          <a:p/>
          <a:p>
            <a:r>
              <a:t>Let's build a sustainable future together! 🌱</a:t>
            </a:r>
          </a:p>
          <a:p/>
          <a:p>
            <a:r>
              <a:t>Carbon Intelligence - Empowering MSMEs for a Greener Tomorrow</a:t>
            </a:r>
          </a:p>
          <a:p/>
          <a:p>
            <a:r>
              <a:t>Start your free trial today at www.carbonintelligence.com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