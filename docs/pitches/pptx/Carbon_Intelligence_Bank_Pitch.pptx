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0">
                <a:solidFill>
                  <a:srgbClr val="111111"/>
                </a:solidFill>
                <a:latin typeface="Calibri"/>
              </a:rPr>
              <a:t>MAP Day Update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Calibri"/>
              </a:rPr>
              <a:t>Carbon Intelligence</a:t>
            </a:r>
          </a:p>
          <a:p>
            <a:pPr algn="ctr"/>
            <a:r>
              <a:rPr sz="2000" b="0">
                <a:solidFill>
                  <a:srgbClr val="222222"/>
                </a:solidFill>
                <a:latin typeface="Calibri"/>
              </a:rPr>
              <a:t>Pitch for Banks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Calibri"/>
              </a:rPr>
              <a:t>Customer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The promise</a:t>
            </a:r>
          </a:p>
        </p:txBody>
      </p:sp>
      <p:pic>
        <p:nvPicPr>
          <p:cNvPr id="3" name="Picture 2" descr="platform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59209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1908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libri"/>
              </a:rPr>
              <a:t>Turn SME sustainability data into underwriting + reporting advantage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Why banks use this (value drivers)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Grow green lending efficiently: guided onboarding + evidence pack reduces friction.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Better risk signals: score, emissions trajectory, action adoption, document-backed activity data.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Portfolio visibility: standardized outputs across MSMEs for dashboards and disclosures.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Lower cost-to-serve: fewer document chases, fewer data quality issues, faster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Bank-ready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Standardized, comparable, defensible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1) Verified evidence layer (documents)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MSMEs upload bills/invoices; we structure fields and maintain an audit trail.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Duplicate detection improves cleanliness and reduces fraud/over-claim risk.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Creates a reusable sustainability evidence pack per borrower.</a:t>
            </a:r>
          </a:p>
        </p:txBody>
      </p:sp>
      <p:pic>
        <p:nvPicPr>
          <p:cNvPr id="4" name="Picture 3" descr="product-document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2) Carbon + ESG outputs (comparable across customers)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Total CO₂ + category breakdown; scopes 1/2/3 split.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Carbon score + trend over time; recommended actions with payback.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Consistent schema enables portfolio rollups and benchmarking.</a:t>
            </a:r>
          </a:p>
        </p:txBody>
      </p:sp>
      <p:pic>
        <p:nvPicPr>
          <p:cNvPr id="4" name="Picture 3" descr="product-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111"/>
                </a:solidFill>
                <a:latin typeface="Calibri"/>
              </a:rPr>
              <a:t>3) Green loan enablement (origination workflow)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Eligibility checks + transparent term preview based on policy rules and carbon score.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Cleaner application files reduce back-and-forth and speed approvals.</a:t>
            </a:r>
          </a:p>
          <a:p>
            <a:pPr>
              <a:defRPr sz="2000">
                <a:solidFill>
                  <a:srgbClr val="222222"/>
                </a:solidFill>
                <a:latin typeface="Calibri"/>
              </a:defRPr>
            </a:pPr>
            <a:r>
              <a:t>Ongoing monitoring ties disbursement impact to measurable reductions.</a:t>
            </a:r>
          </a:p>
        </p:txBody>
      </p:sp>
      <p:pic>
        <p:nvPicPr>
          <p:cNvPr id="4" name="Picture 3" descr="product-green-lo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577840" cy="3186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8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Deployment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3 common ways banks roll this 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Rollout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Model A — Bank-led onboarding: offer to MSME customers to prepare green-loan-ready profiles.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Model B — Co-lending / partner channel: embed into partner program and share standardized outputs.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Model C — Portfolio monitoring: enroll existing borrowers for ongoing capture and early-warning signals.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KPIs this can improve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Acquisition: more qualified green loan leads per RM/branch.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Approval speed: fewer document gaps; cleaner eligibility checks.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Portfolio coverage: % of MSME book with standardized sustainability data.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Monitoring: emissions trend + action adoption as engagement/risk signals.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111"/>
                </a:solidFill>
                <a:latin typeface="Calibri"/>
              </a:rPr>
              <a:t>Pilot proposal (suggested)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Select 50–200 MSMEs across 2–3 sectors; onboard via RM-led or digital journey.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Collect baseline assessment + documents; generate standardized outputs and evidence packs.</a:t>
            </a:r>
          </a:p>
          <a:p>
            <a:pPr>
              <a:defRPr sz="2200">
                <a:solidFill>
                  <a:srgbClr val="222222"/>
                </a:solidFill>
                <a:latin typeface="Calibri"/>
              </a:defRPr>
            </a:pPr>
            <a:r>
              <a:t>Measure time-to-file improvement, coverage, and eligibility conversion for green products.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35508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Calibri"/>
              </a:rPr>
              <a:t>This slide is designed to be customized with your bank’s target segment and product policy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