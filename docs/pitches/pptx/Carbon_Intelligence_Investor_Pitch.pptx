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>
                <a:solidFill>
                  <a:srgbClr val="111111"/>
                </a:solidFill>
                <a:latin typeface="Calibri"/>
              </a:rPr>
              <a:t>MAP Day Update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Carbon Intelligence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Data → Action → Finance for MSMEs and Banks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One-liner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Carbon Intelligence helps MSMEs measure emissions, reduce costs, and prove progress—then uses that verified data to unlock better-priced green finance for banks.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The problem (why now)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MSMEs face rising sustainability requests from buyers and lenders.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Operational data is fragmented (emails, folders, spreadsheets).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Banks have an ESG data gap: inconsistent SME data, expensive verification.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Result: compliance is painful, decarbonization is slow, finance is mispriced.</a:t>
            </a:r>
          </a:p>
        </p:txBody>
      </p:sp>
      <p:pic>
        <p:nvPicPr>
          <p:cNvPr id="4" name="Picture 3" descr="platform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6419088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We compound: measure → improve → prove → finance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Product overview (web experience)</a:t>
            </a:r>
          </a:p>
        </p:txBody>
      </p:sp>
      <p:pic>
        <p:nvPicPr>
          <p:cNvPr id="3" name="Picture 2" descr="product-dashboard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Card-based dashboard: score, quick stats, trends, and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Product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What exists in the UI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Guided carbon assessment</a:t>
            </a:r>
          </a:p>
        </p:txBody>
      </p:sp>
      <p:pic>
        <p:nvPicPr>
          <p:cNvPr id="3" name="Picture 2" descr="product-carbon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Document intelligence (evidence layer)</a:t>
            </a:r>
          </a:p>
        </p:txBody>
      </p:sp>
      <p:pic>
        <p:nvPicPr>
          <p:cNvPr id="3" name="Picture 2" descr="product-docume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Reporting (shareable outcomes)</a:t>
            </a:r>
          </a:p>
        </p:txBody>
      </p:sp>
      <p:pic>
        <p:nvPicPr>
          <p:cNvPr id="3" name="Picture 2" descr="product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Green loans (conversion into finance)</a:t>
            </a:r>
          </a:p>
        </p:txBody>
      </p:sp>
      <p:pic>
        <p:nvPicPr>
          <p:cNvPr id="3" name="Picture 2" descr="product-green-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Go-to-market +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Wedge now, expand into finance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Market wedge and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Wedge: MSME carbon assessment + reporting + ROI-based recommendations (fast time-to-value).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Expand: evidence/audit packs, supplier requests, benchmarking, continuous monitoring.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Integrate: bank/fintech green products (eligibility, pricing, monitoring).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SaaS (MSME): subscription per company/site, tiered by features.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Usage: per report export, per processed document, per audit pack.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Bank revenue: platform fee for origination enablement + monitoring (or referral/origination economics).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Future: services marketplace + carbon credit rails.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Workflow lock-in: once reporting + documents + recommendations are embedded, switching costs rise.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Data moat: labeled activity + document data improves benchmarks and underwriting signals over time.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Distribution: banks and anchor enterprises can onboard MSMEs via portfolio/supply-chain programs.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Milestones to prove next (fundraising-ready)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Repeatable acquisition via bank or supply-chain onboarding channel.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Retention/expansion: documents processed, reports exported, actions implemented.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Outcome metrics: ₹ cost savings and kg CO₂ reduction per MSME cohort.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Bank proof: faster credit files and improved portfolio coverage/monitoring.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Capital to accelerate distribution partnerships and product depth in evidence + green lending workflows.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Warm intros to banks/anchor enterprises to run portfolio or supply-chain pilots.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Replace this slide with your specific raise amount, runway, and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