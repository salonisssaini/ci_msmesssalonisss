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0">
                <a:solidFill>
                  <a:srgbClr val="111111"/>
                </a:solidFill>
                <a:latin typeface="Calibri"/>
              </a:rPr>
              <a:t>MAP Day Update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Carbon Intelligence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Key Employees / Partners /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Calibri"/>
              </a:rPr>
              <a:t>Internal + partner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Build the data → action → finance loop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The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Help MSMEs measure emissions, reduce costs, and prove progress with audit-ready evidence.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Turn verified sustainability data into a financial primitive for green lending and portfolio reporting.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Make sustainability adoption practical: ROI-first recommendations, simple workflows, fast time-to-value.</a:t>
            </a:r>
          </a:p>
        </p:txBody>
      </p:sp>
      <p:pic>
        <p:nvPicPr>
          <p:cNvPr id="4" name="Picture 3" descr="platform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6419088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Our compounding loop: measure → improve → prove → finance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What we’ve built (product snapshot)</a:t>
            </a:r>
          </a:p>
        </p:txBody>
      </p:sp>
      <p:pic>
        <p:nvPicPr>
          <p:cNvPr id="3" name="Picture 2" descr="product-dashboard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1908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Web dashboard: score, trends, documents, reporting, and green finance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Who this deck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Three audiences; one coherent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Audience and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Key Employees: join the team and own core product + distribution outcomes.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Partners: embed/extend the platform (consultancies, auditors, implementers, industry bodies).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Channels: drive repeatable MSME onboarding via banks, anchor enterprises, or ecosystem partners.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Where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Reliable evidence + simple UX + finance conversion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Evidence layer (documents) = 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Bills/invoices become structured data with audit trail.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Duplicate detection reduces errors and strengthens trust.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Creates repeatable ‘evidence packs’ for buyers, auditors, and lenders.</a:t>
            </a:r>
          </a:p>
        </p:txBody>
      </p:sp>
      <p:pic>
        <p:nvPicPr>
          <p:cNvPr id="4" name="Picture 3" descr="product-document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Reporting that stakeholders actually consume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Standardized outputs: total CO₂, category split, scope 1/2/3, score and trend.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Exports for buyers, internal teams, and bank/portfolio reporting.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Action adoption tracked over time (progress, payback, impact).</a:t>
            </a:r>
          </a:p>
        </p:txBody>
      </p:sp>
      <p:pic>
        <p:nvPicPr>
          <p:cNvPr id="4" name="Picture 3" descr="product-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Finance conversion (green lending workflow)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Eligibility and term preview driven by policy rules + verified data.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Cleaner files reduce back-and-forth and speed approvals.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Monitoring ties capital deployment to measurable reduction outcomes.</a:t>
            </a:r>
          </a:p>
        </p:txBody>
      </p:sp>
      <p:pic>
        <p:nvPicPr>
          <p:cNvPr id="4" name="Picture 3" descr="product-green-lo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Key employees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What we’re hiring for (and why it’s exciting)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Roles we typically need (adapt as needed)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Product + Engineering: workflows, evidence layer, integrations, reporting/export.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Data/ML: extraction quality, dedup, carbon estimation models, benchmarks.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Growth + Partnerships: bank/anchor programs, onboarding playbooks, channel enablement.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Customer Success: repeatable onboarding, retention/expansion, outcome reporting (₹ savings + CO₂).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Calibri"/>
              </a:rPr>
              <a:t>Replace this slide with your exact open roles and seniority.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Why a key employee should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Mission + measurable outcomes: help MSMEs cut costs while meeting compliance pressure.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Real product in place: ship on a working workflow system (not a concept).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Distribution leverage: banks and anchor enterprises can onboard thousands via programs.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Compounding advantage: better evidence → better data → better decisions → better finance conversion.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Who we work with and what they gain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Partner types (examples)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Sustainability consultants / implementers (baseline → roadmap → execution).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Auditors / verifiers (evidence packs + standardized outputs).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Industry associations (member onboarding programs).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Solution providers (solar/efficiency/waste) who need qualified demand + proof.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Partner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Faster delivery: standardized workflows and reporting reduce manual effort.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Higher trust: document-backed evidence improves auditability and buyer/lender confidence.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More revenue: partners can bundle services around recommendations and implementation.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Clear packaging: tiered engagement templates (assessment → action plan → monitoring).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Repeatable acquisition and onboarding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Channel models (how leads come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Bank channel: RMs / digital journeys for green lending and portfolio monitoring.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Anchor enterprise channel: supply-chain compliance programs (vendor onboarding).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Ecosystem channel: associations, platforms, and service providers referring MSMEs.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Channel motion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Step 1: MSME invite → lightweight onboarding + baseline assessment.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Step 2: Document upload → evidence pack + data cleanliness checks.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Step 3: Report export → buyer/bank-ready output (shareable).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Step 4: Action plan → track ROI + implementation status.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Step 5: Finance conversion (optional) → eligibility + application workflow.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What channels need from us (enablement kit)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Co-branded landing + onboarding journey.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Sector-specific templates (inputs, recommended actions, ROI assumptions).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Partner portal: cohort tracking, export packs, and progress dashboards.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Training: talk track, demo script, objection handling, and ROI calculator.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How we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Simple KPIs per audience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Acquisition: invited → activated MSMEs; CAC by channel; time-to-first-report.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Engagement: documents processed; exports; action adoption rate.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Outcomes: ₹ savings realized; kg CO₂ reduced; score improvement.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Finance: eligibility rate; application completion; approval speed; portfolio coverage.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Next steps (choose your path)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Key employees: share your role fit + a 30/60/90 plan you’d execute.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Partners: propose 1–2 packaged offerings you can deliver using the platform.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Channels: select a pilot cohort size and define the onboarding + reporting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Calibri"/>
              </a:rPr>
              <a:t>This deck is designed to be customized per audience and partner 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