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>
                <a:solidFill>
                  <a:srgbClr val="111111"/>
                </a:solidFill>
                <a:latin typeface="Calibri"/>
              </a:rPr>
              <a:t>MAP Day Update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Calibri"/>
              </a:rPr>
              <a:t>Carbon Intelligence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Calibri"/>
              </a:rPr>
              <a:t>Pitch for MSMEs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Calibri"/>
              </a:rPr>
              <a:t>Customer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The promise</a:t>
            </a:r>
          </a:p>
        </p:txBody>
      </p:sp>
      <p:pic>
        <p:nvPicPr>
          <p:cNvPr id="3" name="Picture 2" descr="product-dashboard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190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Calibri"/>
              </a:rPr>
              <a:t>Measure footprint, cut costs, and generate reports—without spreadsheets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What you get (clear benefits)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Win more customers: share sustainability reports + evidence when asked.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Reduce waste: recommendations prioritized by impact, savings, and payback.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Get audit-ready faster: organize bills/invoices with a clean evidence trail.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Access green finance: convert performance into eligibility and better pricing.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A simple 4-step 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1) Guided carbon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Answer a short step-by-step questionnaire across energy, transport, materials, water/waste, and processes.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Receive total CO₂, category split, scopes (1/2/3), and a carbon score.</a:t>
            </a:r>
          </a:p>
        </p:txBody>
      </p:sp>
      <p:pic>
        <p:nvPicPr>
          <p:cNvPr id="4" name="Picture 3" descr="product-carbon-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2) Recommendations with ROI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Not generic tips: each action includes priority, estimated savings (₹), payback (months), and CO₂ reduction.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Pick quick wins first, plan upgrades next (solar, efficiency, process improvements).</a:t>
            </a:r>
          </a:p>
        </p:txBody>
      </p:sp>
      <p:pic>
        <p:nvPicPr>
          <p:cNvPr id="4" name="Picture 3" descr="product-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641908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Track actions and results in reporting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3) Keep documents report-ready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Upload bills/invoices once; auto-extract key fields and compute carbon signals.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Detect duplicates to reduce errors and create an audit-friendly evidence pack.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Stop hunting for files when customers or auditors request proof.</a:t>
            </a:r>
          </a:p>
        </p:txBody>
      </p:sp>
      <p:pic>
        <p:nvPicPr>
          <p:cNvPr id="4" name="Picture 3" descr="product-document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4) Generate reports you can share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Export reports for customers, internal reviews, tenders, and compliance.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Show progress over time: footprint trend + actions implemented.</a:t>
            </a:r>
          </a:p>
        </p:txBody>
      </p:sp>
      <p:pic>
        <p:nvPicPr>
          <p:cNvPr id="4" name="Picture 3" descr="product-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Green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Convert sustainability into capital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Green loan enablement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Plan a reduction project (solar, machinery upgrade, waste systems).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Check eligibility up front and see transparent terms.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Submit a cleaner application using verified activity + plan data.</a:t>
            </a:r>
          </a:p>
        </p:txBody>
      </p:sp>
      <p:pic>
        <p:nvPicPr>
          <p:cNvPr id="4" name="Picture 3" descr="product-green-lo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MSME ROI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Time saved: less manual reporting and document hunting.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Cost savings: energy/fuel/process improvements with clear payback.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Revenue enablement: meet buyer requirements and improve trust.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Better financing access: qualify for green loans and incentives.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Pick your sector and baseline period (last 3–12 months).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Upload your latest bills/invoices and complete the assessment.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Review prioritized actions and export your first customer-ready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