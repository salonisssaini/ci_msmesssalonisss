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4CAF50"/>
                </a:solidFill>
              </a:defRPr>
            </a:pPr>
            <a:r>
              <a:t>🌱 Carbon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424242"/>
                </a:solidFill>
              </a:defRPr>
            </a:pPr>
            <a:r>
              <a:t>AI-Powered Carbon Intelligence Platform for MSMEs</a:t>
            </a:r>
          </a:p>
          <a:p>
            <a:pPr>
              <a:defRPr sz="1600">
                <a:solidFill>
                  <a:srgbClr val="1976D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Transform Your Business with Sustainable Intelligence</a:t>
            </a:r>
          </a:p>
          <a:p/>
          <a:p>
            <a:r>
              <a:t>Micro, Small &amp; Medium Enterprises Carbon Footprint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24242"/>
                </a:solidFill>
              </a:defRPr>
            </a:pPr>
            <a:r>
              <a:t>📧 contact@carbonintelligence.com | 📱 +91-98765-43210 | 🌐 www.carbonintelligence.com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MSME Sustainability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DC3545"/>
                </a:solidFill>
              </a:defRPr>
            </a:pPr>
            <a:r>
              <a:t>🚨 Critical Problems MSMEs Face: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High Operational Costs: 60-70% of revenue spent on energy, water, waste management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Limited Access to Green Finance: Traditional banks don't understand sustainability metrics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Complex Compliance: ESG reporting requirements increasing annually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Lack of Data: No systematic way to track carbon footprint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Competitive Pressure: Customers demanding sustainable practices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Regulatory Risk: Facing penalties for non-compliance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💰 Financial Impact: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Average MSME loses ₹2-5 lakhs annually due to inefficient resource usage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40% higher operational costs compared to sustainable competitors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Limited access to low-interest green loans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Missed opportunities in carbon credit trading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🎯 The Opportunity: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₹50,000 crores green finance market in India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30% cost reduction potential through sustainability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Enhanced brand reputation and customer trust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Future-proof business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🌱 Carbon Intelligence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🤖 AI-Powered Carbon Intelligence Platform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Complete Carbon Footprint Tracking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Real-time monitoring of all emission sources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Automated data collection from multiple sources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AI-powered analysis and insights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Smart Cost Optimization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20-40% reduction in operational costs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Personalized recommendations for efficiency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ROI tracking and financial projections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Green Finance Access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Carbon score-based loan eligibility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1-3% lower interest rates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Faster approval process (24-48 hours)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Automated Compliance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ESG reporting automation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Regulatory compliance monitoring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Audit-ready documentation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Carbon Trading Platform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Buy/sell carbon credits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Additional revenue stream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Market price optimization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📱 Multi-Platform Access: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Web Dashboard for comprehensive management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Mobile App for on-the-go monitoring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API integration with existing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📱 Application Interface Mockups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Professional Dashboard with Real-time Carbon Metrics and Quick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50292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🌱 Carbon Intelligence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383280"/>
            <a:ext cx="1828800" cy="109728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47472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85</a:t>
            </a:r>
          </a:p>
          <a:p>
            <a:r>
              <a:t>Carbon Score</a:t>
            </a:r>
          </a:p>
          <a:p>
            <a:r>
              <a:t>Gold 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383280"/>
            <a:ext cx="1097280" cy="548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3474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245.6 kg</a:t>
            </a:r>
          </a:p>
          <a:p>
            <a:r>
              <a:t>CO₂ Saved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383280"/>
            <a:ext cx="1097280" cy="548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976D2"/>
                </a:solidFill>
              </a:defRPr>
            </a:pPr>
            <a:r>
              <a:t>₹15,240</a:t>
            </a:r>
          </a:p>
          <a:p>
            <a:r>
              <a:t>Cost Savings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114800"/>
            <a:ext cx="1097280" cy="548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42062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</a:defRPr>
            </a:pPr>
            <a:r>
              <a:t>12.3%</a:t>
            </a:r>
          </a:p>
          <a:p>
            <a:r>
              <a:t>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114800"/>
            <a:ext cx="1097280" cy="5486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8 Active</a:t>
            </a:r>
          </a:p>
          <a:p>
            <a:r>
              <a:t>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4632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24242"/>
                </a:solidFill>
              </a:defRPr>
            </a:pPr>
            <a:r>
              <a:t>Quick Actions: Carbon Assessment | View Analytics | Recommendations | Generate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86000"/>
            <a:ext cx="2286000" cy="3657600"/>
          </a:xfrm>
          <a:prstGeom prst="roundRect">
            <a:avLst/>
          </a:prstGeom>
          <a:solidFill>
            <a:srgbClr val="000000"/>
          </a:solidFill>
          <a:ln w="381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2468880"/>
            <a:ext cx="2103120" cy="329184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CAF50"/>
                </a:solidFill>
              </a:defRPr>
            </a:pPr>
            <a:r>
              <a:t>🌱 Carbon Intelligence</a:t>
            </a:r>
          </a:p>
          <a:p>
            <a:r>
              <a:t>Mobile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00400"/>
            <a:ext cx="1920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24242"/>
                </a:solidFill>
              </a:defRPr>
            </a:pPr>
            <a:r>
              <a:t>📊 Real-time Dashboard</a:t>
            </a:r>
          </a:p>
          <a:p>
            <a:r>
              <a:t>• Carbon Score: 85</a:t>
            </a:r>
          </a:p>
          <a:p>
            <a:r>
              <a:t>• CO₂ Saved: 245 kg</a:t>
            </a:r>
          </a:p>
          <a:p>
            <a:r>
              <a:t>• Cost Savings: ₹15,240</a:t>
            </a:r>
          </a:p>
          <a:p/>
          <a:p>
            <a:r>
              <a:t>🔍 Quick Actions</a:t>
            </a:r>
          </a:p>
          <a:p>
            <a:r>
              <a:t>• Analyze SMS</a:t>
            </a:r>
          </a:p>
          <a:p>
            <a:r>
              <a:t>• View Analytics</a:t>
            </a:r>
          </a:p>
          <a:p>
            <a:r>
              <a:t>• Check Incentives</a:t>
            </a:r>
          </a:p>
          <a:p>
            <a:r>
              <a:t>• Generate Reports</a:t>
            </a:r>
          </a:p>
          <a:p/>
          <a:p>
            <a:r>
              <a:t>📱 24/7 Access</a:t>
            </a:r>
          </a:p>
          <a:p>
            <a:r>
              <a:t>• Push Notifications</a:t>
            </a:r>
          </a:p>
          <a:p>
            <a:r>
              <a:t>• Offline Mode</a:t>
            </a:r>
          </a:p>
          <a:p>
            <a:r>
              <a:t>• GPS Tracking</a:t>
            </a:r>
          </a:p>
          <a:p>
            <a:r>
              <a:t>• Voice Commands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Key Features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🎯 Core Features: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📊 AI-Powered Carbon Intelligence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Real-time carbon footprint tracking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Automated data collection from SMS, emails, documents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Machine learning-based insights and predictions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Industry benchmarking and performance comparison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💰 Smart Cost Optimization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20-40% reduction in operational costs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Personalized efficiency recommendations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ROI calculator and financial projections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Money-back guarantee (5x subscription cost savings)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🏦 Green Finance Integration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Carbon score-based loan eligibility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1-3% lower interest rates than traditional loans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24-48 hour approval process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Access to ₹50L+ green finance market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📈 Carbon Trading Platform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Buy/sell carbon credits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Market price optimization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Additional revenue stream (₹50,000-₹2,00,000 annually)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Automated trading recommendations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📱 Multi-Platform Access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Web dashboard for comprehensive management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React Native mobile app for on-the-go access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API integration with existing systems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Offline capability for key features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🤖 Multi-Agent AI System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Carbon Intelligence Agent for footprint analysis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Green Finance Agent for loan recommendations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ESG Compliance Agent for automated reporting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Analytics Agent for trend analysis and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Financial Impact &amp; ROI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📈 Cost Savings Breakdown (Annual):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⚡ Energy Costs: 25-40% reduction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Average savings: ₹75,000 - ₹3,00,000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LED lighting, smart meters, renewable energy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💧 Water Management: 20-30% reduction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Average savings: ₹40,000 - ₹1,50,000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Water recycling, efficient fixtures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🗑️ Waste Management: 35-50% reduction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Average savings: ₹25,000 - ₹1,00,000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Recycling programs, waste reduction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🚚 Transportation: 15-25% reduction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Average savings: ₹30,000 - ₹1,50,000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Route optimization, fuel efficiency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📦 Materials: 20-30% reduction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Average savings: ₹50,000 - ₹2,00,000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Sustainable sourcing, waste reduction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💵 Total Annual Savings: ₹2,20,000 - ₹9,00,000 per MSME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📊 ROI Calculations: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Platform Cost: ₹2,999 - ₹7,999 per month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Average Annual Savings: ₹2,20,000 - ₹9,00,000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ROI: 400-600% in first year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Payback Period: 2-3 months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Break-even: Immediate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🎯 Green Finance Benefits: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1-3% lower interest rates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Faster loan approval (24-48 hours vs 7-14 days)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Reduced collateral requirements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Government incentives and subsidies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Carbon credit trading revenue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💎 Money-Back Guarantee: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5x subscription cost savings guarantee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30-day free trial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No long-term contracts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Success Stories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📊 Case Study 1: EcoTech Manufacturing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Industry: Electronics manufacturing (75 employees)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Carbon Score: 85 (Gold tier)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Results after 6 months: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40% reduction in energy costs (₹2,50,000 saved)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30% reduction in water usage (₹1,20,000 saved)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45% reduction in waste generation (₹80,000 saved)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50% improvement in sustainability score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Secured green loan at 2.5% lower interest rate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Earned ₹1,50,000 from carbon credit trading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Total annual savings: ₹6,00,000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📊 Case Study 2: GreenTextile Ltd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Industry: Textile manufacturing (100 employees)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Carbon Score: 78 (Silver tier)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Results after 4 months: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35% reduction in energy consumption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25% reduction in water usage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30% reduction in waste generation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45% improvement in sustainability score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Generated ₹1,20,000 additional revenue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Total annual savings: ₹4,20,000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📊 Case Study 3: FreshFoods Pvt Ltd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Industry: Food processing (50 employees)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Carbon Score: 72 (Silver tier)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Results after 3 months: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30% reduction in energy costs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20% reduction in water usage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40% reduction in waste disposal costs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35% improvement in carbon score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Created ₹80,000 new income stream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Total annual savings: ₹2,50,000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🎯 Average Results Across All MSMEs: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35% reduction in operational costs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40% improvement in carbon scores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25% increase in loan approval rates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30% reduction in default rates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98% customer satisfaction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Advanced Technology &amp; 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🧠 AI-Powered Multi-Agent System: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🤖 Carbon Intelligence Agent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Real-time carbon footprint analysis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Automated data collection from multiple sources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Machine learning-based emission predictions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Industry-specific benchmarking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💰 Green Finance Agent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Carbon score-based loan recommendations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Market analysis for optimal financing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Automated loan application processing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Risk assessment and credit scoring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📊 ESG Compliance Agent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Automated ESG reporting generation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Regulatory compliance monitoring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Audit trail maintenance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Stakeholder communication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📈 Analytics Agent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Trend analysis and forecasting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Performance optimization recommendations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Cost-benefit analysis for sustainability initiatives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Predictive maintenance alerts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🔍 Data Processing Capabilities: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SMS Analysis: Extract carbon-related insights from business communications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Email Analysis: Process sustainability-related emails and documents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Document Upload: AI-powered analysis of bills, receipts, and reports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GPS Tracking: Monitor transportation and logistics emissions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Voice Commands: Hands-free operation for mobile users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🌐 Platform Architecture: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React Web Application for comprehensive management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React Native Mobile App for on-the-go access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Node.js Backend with microservices architecture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PostgreSQL database with real-time synchronization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AWS cloud infrastructure with 99.9% uptime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RESTful API for third-party integrations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🔒 Security &amp; Compliance: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End-to-end encryption for all data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GDPR and data privacy compliance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SOC 2 Type II certification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Regular security audits and penetration testing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Role-based access control and audit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💳 Pricing &amp;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💰 Flexible Pricing Options: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🥉 Starter Plan - ₹2,999/month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Up to 25 employees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Basic carbon tracking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Standard analytics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Email support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Mobile app access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🥈 Professional Plan - ₹4,999/month (Most Popular)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Up to 100 employees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Advanced AI analytics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Green finance integration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Carbon trading platform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Priority support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Custom reporting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🥇 Enterprise Plan - ₹7,999/month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Unlimited employees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Full AI multi-agent system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Custom integrations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Dedicated account manager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Advanced compliance features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White-label options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🎁 Special Launch Offers: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30-day free trial (no credit card required)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20% discount for annual payment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First 3 months at 50% off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Free setup and training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No long-term contracts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Money-back guarantee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🚀 Easy Implementation Process: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Step 1: Quick Setup (1 day)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Download mobile app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Create company account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Connect existing accounts (bank, utilities)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Step 2: Data Integration (1 week)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AI analysis of historical data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Categorization and initial scoring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Custom dashboard configuration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Step 3: Start Saving (Immediately)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Implement AI recommendations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Track progress in real-time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Access green finance options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📞 Support Available: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Phone: +91-98765-43210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Email: support@carbonintelligence.com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Live chat on website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In-app support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Video tutorials and guides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Dedicated customer success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Ready to Transform Your Business?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🎯 Immediate Benefits You'll Get: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Start saving money from day 1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Access to green finance immediately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Improve operational efficiency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Build competitive advantage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Meet customer expectations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✅ Future-proof your business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🌟 Why Choose Carbon Intelligence: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🏆 Proven Results: 35% average cost reduction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🤖 AI-Powered: Advanced multi-agent system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💰 ROI Guaranteed: 5x subscription cost savings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📱 Multi-Platform: Web and mobile access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🔒 Secure: Enterprise-grade security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🌱 Sustainable: Real environmental impact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🎁 Special Launch Offer: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30-day free trial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50% off first 3 months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Free setup and training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Money-back guarantee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• No long-term commitment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📞 Get Started Today: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🌐 Visit: www.carbonintelligence.com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📧 Email: contact@carbonintelligence.com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📱 Call: +91-98765-43210</a:t>
            </a: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💬 Live Chat: Available 24/7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🚀 Transform Your MSME Today!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Join 500+ MSMEs already saving money and reducing their carbon footprint with Carbon Intelligence.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The future of sustainable business is here. Are you ready to be part of it?</a:t>
            </a:r>
          </a:p>
          <a:p>
            <a:pPr>
              <a:defRPr sz="1400">
                <a:solidFill>
                  <a:srgbClr val="424242"/>
                </a:solidFill>
              </a:defRPr>
            </a:pPr>
          </a:p>
          <a:p>
            <a:pPr>
              <a:defRPr sz="1400">
                <a:solidFill>
                  <a:srgbClr val="424242"/>
                </a:solidFill>
              </a:defRPr>
            </a:pPr>
            <a:r>
              <a:t>#CarbonIntelligence #SustainableMSME #GreenFinance #AIAnalytics #CarbonTrading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