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E7D32"/>
                </a:solidFill>
              </a:defRPr>
            </a:pPr>
            <a:r>
              <a:t>Carbon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AI-Powered Green Finance Platform for Banks</a:t>
            </a:r>
          </a:p>
          <a:p>
            <a:pPr>
              <a:defRPr sz="1800">
                <a:solidFill>
                  <a:srgbClr val="9E9E9E"/>
                </a:solidFill>
              </a:defRPr>
            </a:pPr>
          </a:p>
          <a:p>
            <a:pPr>
              <a:defRPr sz="1800">
                <a:solidFill>
                  <a:srgbClr val="9E9E9E"/>
                </a:solidFill>
              </a:defRPr>
            </a:pPr>
            <a:r>
              <a:t>Transforming MSME Sustainability into Profitable Banking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0"/>
            <a:ext cx="914400" cy="45720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5486400"/>
            <a:ext cx="914400" cy="457200"/>
          </a:xfrm>
          <a:prstGeom prst="rect">
            <a:avLst/>
          </a:prstGeom>
          <a:solidFill>
            <a:srgbClr val="FF6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5486400"/>
            <a:ext cx="914400" cy="457200"/>
          </a:xfrm>
          <a:prstGeom prst="rect">
            <a:avLst/>
          </a:prstGeom>
          <a:solidFill>
            <a:srgbClr val="1976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The Green Finance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FF6F00"/>
                </a:solidFill>
              </a:defRPr>
            </a:pPr>
            <a:r>
              <a:t>🚨 Current Challenges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MSMEs lack access to green finance (only 2% of total lending)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Manual ESG assessment is costly and time-consuming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No real-time carbon footprint tracking for loan decisions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Regulatory pressure for sustainable finance is increasing</a:t>
            </a:r>
          </a:p>
          <a:p>
            <a:br/>
            <a:pPr>
              <a:defRPr sz="2400" b="1">
                <a:solidFill>
                  <a:srgbClr val="1976D2"/>
                </a:solidFill>
              </a:defRPr>
            </a:pPr>
            <a:r>
              <a:t>💰 Market Opportunity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$2.5T green finance market by 2025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63M MSMEs in India need sustainable finance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40% lower default rates for green loans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New revenue streams through carbon credit trading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Carbon Intelligence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1976D2"/>
                </a:solidFill>
              </a:defRPr>
            </a:pPr>
            <a:r>
              <a:t>🤖 AI-Powered Green Finance Solution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Real-time carbon footprint scoring (0-100 scale)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Automated ESG compliance monitoring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Smart transaction analysis via SMS/Email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Predictive risk assessment using ML</a:t>
            </a:r>
          </a:p>
          <a:p>
            <a:br/>
            <a:pPr>
              <a:defRPr sz="2400" b="1">
                <a:solidFill>
                  <a:srgbClr val="FF6F00"/>
                </a:solidFill>
              </a:defRPr>
            </a:pPr>
            <a:r>
              <a:t>💼 Banking Integration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Seamless API integration with core banking systems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Automated loan eligibility assessment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Dynamic interest rate adjustment based on sustainability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Carbon credit trading marketplace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Key Features &amp; 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1976D2"/>
                </a:solidFill>
              </a:defRPr>
            </a:pPr>
            <a:r>
              <a:t>🔧 Core Features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AI Multi-Agent System for comprehensive analysis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Real-time carbon scoring and ESG compliance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Automated transaction categorization and analysis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Professional ESG reporting and documentation</a:t>
            </a:r>
          </a:p>
          <a:p>
            <a:br/>
            <a:pPr>
              <a:defRPr sz="2400" b="1">
                <a:solidFill>
                  <a:srgbClr val="FF6F00"/>
                </a:solidFill>
              </a:defRPr>
            </a:pPr>
            <a:r>
              <a:t>📈 Business Benefits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40% reduction in loan processing time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25% increase in green loan portfolio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30% lower operational costs for ESG assessment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New revenue streams through carbon credit trading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Ready to Transform Your Green Finance?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1976D2"/>
                </a:solidFill>
              </a:defRPr>
            </a:pPr>
            <a:r>
              <a:t>🚀 Next Steps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1. Pilot Program: 3-month trial with select MSMEs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2. Integration: Seamless API integration with your core banking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3. Training: Comprehensive team training and support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4. Launch: Full-scale deployment with ongoing support</a:t>
            </a:r>
          </a:p>
          <a:p>
            <a:br/>
            <a:pPr>
              <a:defRPr sz="2400" b="1">
                <a:solidFill>
                  <a:srgbClr val="FF6F00"/>
                </a:solidFill>
              </a:defRPr>
            </a:pPr>
            <a:r>
              <a:t>💡 Why Choose Carbon Intelligence?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Proven AI technology with 95% accuracy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Scalable platform supporting 100K+ MSMEs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Dedicated support team and regular updates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ROI within 6 months of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